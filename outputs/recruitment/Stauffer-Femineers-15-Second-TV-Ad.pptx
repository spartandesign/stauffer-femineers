
<file path=[Content_Types].xml><?xml version="1.0" encoding="utf-8"?>
<Types xmlns="http://schemas.openxmlformats.org/package/2006/content-types">
  <Default Extension="bin" ContentType="image/webp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i Tansopalucks" userId="f1ecd9845fa2ca42" providerId="LiveId" clId="{DB40335B-FCF5-4011-A77A-4CC06AF5F816}"/>
    <pc:docChg chg="modSld">
      <pc:chgData name="Tri Tansopalucks" userId="f1ecd9845fa2ca42" providerId="LiveId" clId="{DB40335B-FCF5-4011-A77A-4CC06AF5F816}" dt="2026-08-13T03:11:49.291" v="14"/>
      <pc:docMkLst>
        <pc:docMk/>
      </pc:docMkLst>
      <pc:sldChg chg="modTransition">
        <pc:chgData name="Tri Tansopalucks" userId="f1ecd9845fa2ca42" providerId="LiveId" clId="{DB40335B-FCF5-4011-A77A-4CC06AF5F816}" dt="2026-08-13T03:11:49.282" v="2"/>
        <pc:sldMkLst>
          <pc:docMk/>
          <pc:sldMk cId="442470176" sldId="256"/>
        </pc:sldMkLst>
      </pc:sldChg>
      <pc:sldChg chg="modTransition">
        <pc:chgData name="Tri Tansopalucks" userId="f1ecd9845fa2ca42" providerId="LiveId" clId="{DB40335B-FCF5-4011-A77A-4CC06AF5F816}" dt="2026-08-13T03:11:49.285" v="5"/>
        <pc:sldMkLst>
          <pc:docMk/>
          <pc:sldMk cId="370048749" sldId="257"/>
        </pc:sldMkLst>
      </pc:sldChg>
      <pc:sldChg chg="modTransition">
        <pc:chgData name="Tri Tansopalucks" userId="f1ecd9845fa2ca42" providerId="LiveId" clId="{DB40335B-FCF5-4011-A77A-4CC06AF5F816}" dt="2026-08-13T03:11:49.287" v="8"/>
        <pc:sldMkLst>
          <pc:docMk/>
          <pc:sldMk cId="1171245458" sldId="258"/>
        </pc:sldMkLst>
      </pc:sldChg>
      <pc:sldChg chg="modTransition">
        <pc:chgData name="Tri Tansopalucks" userId="f1ecd9845fa2ca42" providerId="LiveId" clId="{DB40335B-FCF5-4011-A77A-4CC06AF5F816}" dt="2026-08-13T03:11:49.289" v="11"/>
        <pc:sldMkLst>
          <pc:docMk/>
          <pc:sldMk cId="1460653832" sldId="259"/>
        </pc:sldMkLst>
      </pc:sldChg>
      <pc:sldChg chg="modTransition">
        <pc:chgData name="Tri Tansopalucks" userId="f1ecd9845fa2ca42" providerId="LiveId" clId="{DB40335B-FCF5-4011-A77A-4CC06AF5F816}" dt="2026-08-13T03:11:49.291" v="14"/>
        <pc:sldMkLst>
          <pc:docMk/>
          <pc:sldMk cId="66224674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dentity-panel">
            <a:extLst>
              <a:ext uri="{FF2B5EF4-FFF2-40B4-BE49-F238E27FC236}">
                <a16:creationId xmlns:a16="http://schemas.microsoft.com/office/drawing/2014/main" id="{91DFFCC9-5D6F-4AC5-A90C-4231FE8B1A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762500" cy="6858000"/>
          </a:xfrm>
          <a:prstGeom prst="rect">
            <a:avLst/>
          </a:prstGeom>
          <a:solidFill>
            <a:srgbClr val="38206F"/>
          </a:solidFill>
          <a:ln w="0">
            <a:solidFill>
              <a:srgbClr val="38206F"/>
            </a:solidFill>
            <a:prstDash val="solid"/>
          </a:ln>
        </p:spPr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l="13889" r="13889"/>
          <a:stretch>
            <a:fillRect/>
          </a:stretch>
        </p:blipFill>
        <p:spPr>
          <a:xfrm>
            <a:off x="4762500" y="0"/>
            <a:ext cx="7429500" cy="6858000"/>
          </a:xfrm>
          <a:prstGeom prst="rect">
            <a:avLst/>
          </a:prstGeom>
        </p:spPr>
      </p:pic>
      <p:sp>
        <p:nvSpPr>
          <p:cNvPr id="3" name="program-name">
            <a:extLst>
              <a:ext uri="{FF2B5EF4-FFF2-40B4-BE49-F238E27FC236}">
                <a16:creationId xmlns:a16="http://schemas.microsoft.com/office/drawing/2014/main" id="{743E6D55-EBB2-4A1B-8242-FE1485B775A7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5B82E"/>
                </a:solidFill>
              </a:defRPr>
            </a:pPr>
            <a:r>
              <a:rPr sz="1875" b="1">
                <a:solidFill>
                  <a:srgbClr val="F5B82E"/>
                </a:solidFill>
              </a:rPr>
              <a:t>STAUFFER FEMINEERS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B5B4335-131E-4CF3-BE09-E5DB95468B75}"/>
              </a:ext>
            </a:extLst>
          </p:cNvPr>
          <p:cNvSpPr>
            <a:spLocks noGrp="1"/>
          </p:cNvSpPr>
          <p:nvPr/>
        </p:nvSpPr>
        <p:spPr>
          <a:xfrm>
            <a:off x="533400" y="1409700"/>
            <a:ext cx="384810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LIMITLESS:</a:t>
            </a:r>
          </a:p>
          <a:p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DESIGNED BY HER</a:t>
            </a:r>
          </a:p>
        </p:txBody>
      </p:sp>
      <p:sp>
        <p:nvSpPr>
          <p:cNvPr id="5" name="tagline">
            <a:extLst>
              <a:ext uri="{FF2B5EF4-FFF2-40B4-BE49-F238E27FC236}">
                <a16:creationId xmlns:a16="http://schemas.microsoft.com/office/drawing/2014/main" id="{DB028116-66B8-4373-8BC6-DB9FB0A8015C}"/>
              </a:ext>
            </a:extLst>
          </p:cNvPr>
          <p:cNvSpPr>
            <a:spLocks noGrp="1"/>
          </p:cNvSpPr>
          <p:nvPr/>
        </p:nvSpPr>
        <p:spPr>
          <a:xfrm>
            <a:off x="552450" y="4095750"/>
            <a:ext cx="35433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325" b="1">
                <a:solidFill>
                  <a:srgbClr val="FFF4DC"/>
                </a:solidFill>
              </a:defRPr>
            </a:pPr>
            <a:r>
              <a:rPr sz="2325" b="1">
                <a:solidFill>
                  <a:srgbClr val="FFF4DC"/>
                </a:solidFill>
              </a:rPr>
              <a:t>Imagine it.</a:t>
            </a:r>
          </a:p>
          <a:p>
            <a:pPr algn="l">
              <a:defRPr sz="2325" b="1">
                <a:solidFill>
                  <a:srgbClr val="FFF4DC"/>
                </a:solidFill>
              </a:defRPr>
            </a:pPr>
            <a:r>
              <a:rPr sz="2325" b="1">
                <a:solidFill>
                  <a:srgbClr val="FFF4DC"/>
                </a:solidFill>
              </a:rPr>
              <a:t>Build it.</a:t>
            </a:r>
          </a:p>
          <a:p>
            <a:pPr algn="l">
              <a:defRPr sz="2325" b="1">
                <a:solidFill>
                  <a:srgbClr val="FFF4DC"/>
                </a:solidFill>
              </a:defRPr>
            </a:pPr>
            <a:r>
              <a:rPr sz="2325" b="1">
                <a:solidFill>
                  <a:srgbClr val="FFF4DC"/>
                </a:solidFill>
              </a:rPr>
              <a:t>Become it.</a:t>
            </a:r>
          </a:p>
        </p:txBody>
      </p:sp>
    </p:spTree>
    <p:extLst>
      <p:ext uri="{BB962C8B-B14F-4D97-AF65-F5344CB8AC3E}">
        <p14:creationId xmlns:p14="http://schemas.microsoft.com/office/powerpoint/2010/main" val="442470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8F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14815" r="14815"/>
          <a:stretch>
            <a:fillRect/>
          </a:stretch>
        </p:blipFill>
        <p:spPr>
          <a:xfrm>
            <a:off x="0" y="0"/>
            <a:ext cx="7239000" cy="6858000"/>
          </a:xfrm>
          <a:prstGeom prst="rect">
            <a:avLst/>
          </a:prstGeom>
        </p:spPr>
      </p:pic>
      <p:sp>
        <p:nvSpPr>
          <p:cNvPr id="2" name="robotics-panel">
            <a:extLst>
              <a:ext uri="{FF2B5EF4-FFF2-40B4-BE49-F238E27FC236}">
                <a16:creationId xmlns:a16="http://schemas.microsoft.com/office/drawing/2014/main" id="{896F5C36-1FB6-4C3C-AB81-83CE1E1725F2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0F8F8B"/>
          </a:solidFill>
          <a:ln w="0">
            <a:solidFill>
              <a:srgbClr val="0F8F8B"/>
            </a:solidFill>
            <a:prstDash val="solid"/>
          </a:ln>
        </p:spPr>
      </p:sp>
      <p:sp>
        <p:nvSpPr>
          <p:cNvPr id="3" name="robotics-eyebrow">
            <a:extLst>
              <a:ext uri="{FF2B5EF4-FFF2-40B4-BE49-F238E27FC236}">
                <a16:creationId xmlns:a16="http://schemas.microsoft.com/office/drawing/2014/main" id="{9FA5EBD9-3A16-43FB-9660-83B7B1F909ED}"/>
              </a:ext>
            </a:extLst>
          </p:cNvPr>
          <p:cNvSpPr>
            <a:spLocks noGrp="1"/>
          </p:cNvSpPr>
          <p:nvPr/>
        </p:nvSpPr>
        <p:spPr>
          <a:xfrm>
            <a:off x="7734300" y="1000125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F5B82E"/>
                </a:solidFill>
              </a:defRPr>
            </a:pPr>
            <a:r>
              <a:rPr sz="1725" b="1">
                <a:solidFill>
                  <a:srgbClr val="F5B82E"/>
                </a:solidFill>
              </a:rPr>
              <a:t>1ST YEAR • TEAM OF TWO</a:t>
            </a:r>
          </a:p>
        </p:txBody>
      </p:sp>
      <p:sp>
        <p:nvSpPr>
          <p:cNvPr id="4" name="robotics-title">
            <a:extLst>
              <a:ext uri="{FF2B5EF4-FFF2-40B4-BE49-F238E27FC236}">
                <a16:creationId xmlns:a16="http://schemas.microsoft.com/office/drawing/2014/main" id="{EE48F57C-BAF1-4F7E-8832-BF5364CDC64E}"/>
              </a:ext>
            </a:extLst>
          </p:cNvPr>
          <p:cNvSpPr>
            <a:spLocks noGrp="1"/>
          </p:cNvSpPr>
          <p:nvPr/>
        </p:nvSpPr>
        <p:spPr>
          <a:xfrm>
            <a:off x="7696200" y="1581150"/>
            <a:ext cx="400050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CREATIVE</a:t>
            </a:r>
          </a:p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ROBOTICS</a:t>
            </a:r>
          </a:p>
        </p:txBody>
      </p:sp>
      <p:sp>
        <p:nvSpPr>
          <p:cNvPr id="5" name="robotics-body">
            <a:extLst>
              <a:ext uri="{FF2B5EF4-FFF2-40B4-BE49-F238E27FC236}">
                <a16:creationId xmlns:a16="http://schemas.microsoft.com/office/drawing/2014/main" id="{21D4E065-4F25-4B74-A97B-CEA764312666}"/>
              </a:ext>
            </a:extLst>
          </p:cNvPr>
          <p:cNvSpPr>
            <a:spLocks noGrp="1"/>
          </p:cNvSpPr>
          <p:nvPr/>
        </p:nvSpPr>
        <p:spPr>
          <a:xfrm>
            <a:off x="7734300" y="3600450"/>
            <a:ext cx="373380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FFF4DC"/>
                </a:solidFill>
              </a:defRPr>
            </a:pPr>
            <a:r>
              <a:rPr sz="2100" b="1">
                <a:solidFill>
                  <a:srgbClr val="FFF4DC"/>
                </a:solidFill>
              </a:rPr>
              <a:t>Build an interactive invention with sensors, lights, movement, craft materials, and code.</a:t>
            </a:r>
          </a:p>
        </p:txBody>
      </p:sp>
    </p:spTree>
    <p:extLst>
      <p:ext uri="{BB962C8B-B14F-4D97-AF65-F5344CB8AC3E}">
        <p14:creationId xmlns:p14="http://schemas.microsoft.com/office/powerpoint/2010/main" val="370048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6B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earables-panel">
            <a:extLst>
              <a:ext uri="{FF2B5EF4-FFF2-40B4-BE49-F238E27FC236}">
                <a16:creationId xmlns:a16="http://schemas.microsoft.com/office/drawing/2014/main" id="{111DFFC7-049A-4CC4-9CBB-B992106F23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953000" cy="6858000"/>
          </a:xfrm>
          <a:prstGeom prst="rect">
            <a:avLst/>
          </a:prstGeom>
          <a:solidFill>
            <a:srgbClr val="F26B51"/>
          </a:solidFill>
          <a:ln w="0">
            <a:solidFill>
              <a:srgbClr val="F26B51"/>
            </a:solidFill>
            <a:prstDash val="solid"/>
          </a:ln>
        </p:spPr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l="14815" r="14815"/>
          <a:stretch>
            <a:fillRect/>
          </a:stretch>
        </p:blipFill>
        <p:spPr>
          <a:xfrm>
            <a:off x="4953000" y="0"/>
            <a:ext cx="7239000" cy="6858000"/>
          </a:xfrm>
          <a:prstGeom prst="rect">
            <a:avLst/>
          </a:prstGeom>
        </p:spPr>
      </p:pic>
      <p:sp>
        <p:nvSpPr>
          <p:cNvPr id="3" name="wearables-eyebrow">
            <a:extLst>
              <a:ext uri="{FF2B5EF4-FFF2-40B4-BE49-F238E27FC236}">
                <a16:creationId xmlns:a16="http://schemas.microsoft.com/office/drawing/2014/main" id="{0ECBDEAF-751E-4C4A-8E85-1EC305FEDBDB}"/>
              </a:ext>
            </a:extLst>
          </p:cNvPr>
          <p:cNvSpPr>
            <a:spLocks noGrp="1"/>
          </p:cNvSpPr>
          <p:nvPr/>
        </p:nvSpPr>
        <p:spPr>
          <a:xfrm>
            <a:off x="552450" y="1000125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38206F"/>
                </a:solidFill>
              </a:defRPr>
            </a:pPr>
            <a:r>
              <a:rPr sz="1725" b="1">
                <a:solidFill>
                  <a:srgbClr val="38206F"/>
                </a:solidFill>
              </a:rPr>
              <a:t>2ND YEAR • INDIVIDUAL</a:t>
            </a:r>
          </a:p>
        </p:txBody>
      </p:sp>
      <p:sp>
        <p:nvSpPr>
          <p:cNvPr id="4" name="wearables-title">
            <a:extLst>
              <a:ext uri="{FF2B5EF4-FFF2-40B4-BE49-F238E27FC236}">
                <a16:creationId xmlns:a16="http://schemas.microsoft.com/office/drawing/2014/main" id="{C7E92566-6052-4158-BA8F-7215DDACB55E}"/>
              </a:ext>
            </a:extLst>
          </p:cNvPr>
          <p:cNvSpPr>
            <a:spLocks noGrp="1"/>
          </p:cNvSpPr>
          <p:nvPr/>
        </p:nvSpPr>
        <p:spPr>
          <a:xfrm>
            <a:off x="533400" y="1581150"/>
            <a:ext cx="40957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WEARABLE</a:t>
            </a:r>
          </a:p>
          <a:p>
            <a:pPr algn="l"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5" name="wearables-body">
            <a:extLst>
              <a:ext uri="{FF2B5EF4-FFF2-40B4-BE49-F238E27FC236}">
                <a16:creationId xmlns:a16="http://schemas.microsoft.com/office/drawing/2014/main" id="{6C327504-C55E-4C8C-A5F2-46F5FBAB3F45}"/>
              </a:ext>
            </a:extLst>
          </p:cNvPr>
          <p:cNvSpPr>
            <a:spLocks noGrp="1"/>
          </p:cNvSpPr>
          <p:nvPr/>
        </p:nvSpPr>
        <p:spPr>
          <a:xfrm>
            <a:off x="552450" y="3638550"/>
            <a:ext cx="382905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FFF4DC"/>
                </a:solidFill>
              </a:defRPr>
            </a:pPr>
            <a:r>
              <a:rPr sz="2100" b="1">
                <a:solidFill>
                  <a:srgbClr val="FFF4DC"/>
                </a:solidFill>
              </a:rPr>
              <a:t>Create a glowing denim shirt and programmable pixel hat with a micro:bit.</a:t>
            </a:r>
          </a:p>
        </p:txBody>
      </p:sp>
      <p:sp>
        <p:nvSpPr>
          <p:cNvPr id="6" name="third-year-choice">
            <a:extLst>
              <a:ext uri="{FF2B5EF4-FFF2-40B4-BE49-F238E27FC236}">
                <a16:creationId xmlns:a16="http://schemas.microsoft.com/office/drawing/2014/main" id="{BDC25F45-1DDA-4463-94F3-B5D443CD2D29}"/>
              </a:ext>
            </a:extLst>
          </p:cNvPr>
          <p:cNvSpPr>
            <a:spLocks noGrp="1"/>
          </p:cNvSpPr>
          <p:nvPr/>
        </p:nvSpPr>
        <p:spPr>
          <a:xfrm>
            <a:off x="552450" y="5619750"/>
            <a:ext cx="4000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38206F"/>
                </a:solidFill>
              </a:defRPr>
            </a:pPr>
            <a:r>
              <a:rPr sz="1650" b="1">
                <a:solidFill>
                  <a:srgbClr val="38206F"/>
                </a:solidFill>
              </a:rPr>
              <a:t>3RD YEAR: CHOOSE EITHER PATHWAY</a:t>
            </a:r>
          </a:p>
        </p:txBody>
      </p:sp>
    </p:spTree>
    <p:extLst>
      <p:ext uri="{BB962C8B-B14F-4D97-AF65-F5344CB8AC3E}">
        <p14:creationId xmlns:p14="http://schemas.microsoft.com/office/powerpoint/2010/main" val="1171245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belonging-panel">
            <a:extLst>
              <a:ext uri="{FF2B5EF4-FFF2-40B4-BE49-F238E27FC236}">
                <a16:creationId xmlns:a16="http://schemas.microsoft.com/office/drawing/2014/main" id="{B1DA5A24-50A9-4F65-A8B9-7476545F3AC1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5334000" cy="6858000"/>
          </a:xfrm>
          <a:prstGeom prst="rect">
            <a:avLst/>
          </a:prstGeom>
          <a:solidFill>
            <a:srgbClr val="38206F"/>
          </a:solidFill>
          <a:ln w="0">
            <a:solidFill>
              <a:srgbClr val="38206F"/>
            </a:solidFill>
            <a:prstDash val="solid"/>
          </a:ln>
        </p:spPr>
      </p:sp>
      <p:sp>
        <p:nvSpPr>
          <p:cNvPr id="3" name="belonging-title">
            <a:extLst>
              <a:ext uri="{FF2B5EF4-FFF2-40B4-BE49-F238E27FC236}">
                <a16:creationId xmlns:a16="http://schemas.microsoft.com/office/drawing/2014/main" id="{052CFE75-9E26-4162-96D5-2C7EB3112771}"/>
              </a:ext>
            </a:extLst>
          </p:cNvPr>
          <p:cNvSpPr>
            <a:spLocks noGrp="1"/>
          </p:cNvSpPr>
          <p:nvPr/>
        </p:nvSpPr>
        <p:spPr>
          <a:xfrm>
            <a:off x="7410450" y="1066800"/>
            <a:ext cx="42672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YOU BELONG</a:t>
            </a:r>
          </a:p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IN THE BUILD.</a:t>
            </a:r>
          </a:p>
        </p:txBody>
      </p:sp>
      <p:sp>
        <p:nvSpPr>
          <p:cNvPr id="4" name="experience">
            <a:extLst>
              <a:ext uri="{FF2B5EF4-FFF2-40B4-BE49-F238E27FC236}">
                <a16:creationId xmlns:a16="http://schemas.microsoft.com/office/drawing/2014/main" id="{D9847975-F888-4937-A225-FDA0F32C44EA}"/>
              </a:ext>
            </a:extLst>
          </p:cNvPr>
          <p:cNvSpPr>
            <a:spLocks noGrp="1"/>
          </p:cNvSpPr>
          <p:nvPr/>
        </p:nvSpPr>
        <p:spPr>
          <a:xfrm>
            <a:off x="7448550" y="3143250"/>
            <a:ext cx="400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FFF4DC"/>
                </a:solidFill>
              </a:defRPr>
            </a:pPr>
            <a:r>
              <a:rPr sz="2250" b="1">
                <a:solidFill>
                  <a:srgbClr val="FFF4DC"/>
                </a:solidFill>
              </a:rPr>
              <a:t>No experience required.</a:t>
            </a:r>
          </a:p>
        </p:txBody>
      </p:sp>
      <p:sp>
        <p:nvSpPr>
          <p:cNvPr id="5" name="spaces">
            <a:extLst>
              <a:ext uri="{FF2B5EF4-FFF2-40B4-BE49-F238E27FC236}">
                <a16:creationId xmlns:a16="http://schemas.microsoft.com/office/drawing/2014/main" id="{2D63D327-CA07-49E4-A8E3-016227EC57BE}"/>
              </a:ext>
            </a:extLst>
          </p:cNvPr>
          <p:cNvSpPr>
            <a:spLocks noGrp="1"/>
          </p:cNvSpPr>
          <p:nvPr/>
        </p:nvSpPr>
        <p:spPr>
          <a:xfrm>
            <a:off x="7448550" y="4048125"/>
            <a:ext cx="4000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F5B82E"/>
                </a:solidFill>
              </a:defRPr>
            </a:pPr>
            <a:r>
              <a:rPr sz="3000" b="1">
                <a:solidFill>
                  <a:srgbClr val="F5B82E"/>
                </a:solidFill>
              </a:rPr>
              <a:t>50 student spaces</a:t>
            </a:r>
          </a:p>
        </p:txBody>
      </p:sp>
      <p:sp>
        <p:nvSpPr>
          <p:cNvPr id="6" name="invite">
            <a:extLst>
              <a:ext uri="{FF2B5EF4-FFF2-40B4-BE49-F238E27FC236}">
                <a16:creationId xmlns:a16="http://schemas.microsoft.com/office/drawing/2014/main" id="{A698F967-09DA-49CE-B0E2-F15BCF3916F3}"/>
              </a:ext>
            </a:extLst>
          </p:cNvPr>
          <p:cNvSpPr>
            <a:spLocks noGrp="1"/>
          </p:cNvSpPr>
          <p:nvPr/>
        </p:nvSpPr>
        <p:spPr>
          <a:xfrm>
            <a:off x="7448550" y="5181600"/>
            <a:ext cx="4000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Bring your curiosity.</a:t>
            </a:r>
          </a:p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We will help with the rest.</a:t>
            </a:r>
          </a:p>
        </p:txBody>
      </p:sp>
    </p:spTree>
    <p:extLst>
      <p:ext uri="{BB962C8B-B14F-4D97-AF65-F5344CB8AC3E}">
        <p14:creationId xmlns:p14="http://schemas.microsoft.com/office/powerpoint/2010/main" val="1460653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ta-panel">
            <a:extLst>
              <a:ext uri="{FF2B5EF4-FFF2-40B4-BE49-F238E27FC236}">
                <a16:creationId xmlns:a16="http://schemas.microsoft.com/office/drawing/2014/main" id="{5F7DAA97-3688-4AF5-B5B5-96E1766D5A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334250" cy="6858000"/>
          </a:xfrm>
          <a:prstGeom prst="rect">
            <a:avLst/>
          </a:prstGeom>
          <a:solidFill>
            <a:srgbClr val="38206F"/>
          </a:solidFill>
          <a:ln w="0">
            <a:solidFill>
              <a:srgbClr val="38206F"/>
            </a:solidFill>
            <a:prstDash val="solid"/>
          </a:ln>
        </p:spPr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91500" y="1428750"/>
            <a:ext cx="2857500" cy="2857500"/>
          </a:xfrm>
          <a:prstGeom prst="rect">
            <a:avLst/>
          </a:prstGeom>
        </p:spPr>
      </p:pic>
      <p:sp>
        <p:nvSpPr>
          <p:cNvPr id="3" name="cta-program">
            <a:extLst>
              <a:ext uri="{FF2B5EF4-FFF2-40B4-BE49-F238E27FC236}">
                <a16:creationId xmlns:a16="http://schemas.microsoft.com/office/drawing/2014/main" id="{4436425E-981A-4BBA-9196-4F7C7842573E}"/>
              </a:ext>
            </a:extLst>
          </p:cNvPr>
          <p:cNvSpPr>
            <a:spLocks noGrp="1"/>
          </p:cNvSpPr>
          <p:nvPr/>
        </p:nvSpPr>
        <p:spPr>
          <a:xfrm>
            <a:off x="590550" y="666750"/>
            <a:ext cx="600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5B82E"/>
                </a:solidFill>
              </a:defRPr>
            </a:pPr>
            <a:r>
              <a:rPr sz="2025" b="1">
                <a:solidFill>
                  <a:srgbClr val="F5B82E"/>
                </a:solidFill>
              </a:rPr>
              <a:t>STAUFFER FEMINEERS</a:t>
            </a:r>
          </a:p>
        </p:txBody>
      </p:sp>
      <p:sp>
        <p:nvSpPr>
          <p:cNvPr id="4" name="cta-title">
            <a:extLst>
              <a:ext uri="{FF2B5EF4-FFF2-40B4-BE49-F238E27FC236}">
                <a16:creationId xmlns:a16="http://schemas.microsoft.com/office/drawing/2014/main" id="{5CFB327E-1FAF-4438-9D6C-81F6688C8181}"/>
              </a:ext>
            </a:extLst>
          </p:cNvPr>
          <p:cNvSpPr>
            <a:spLocks noGrp="1"/>
          </p:cNvSpPr>
          <p:nvPr/>
        </p:nvSpPr>
        <p:spPr>
          <a:xfrm>
            <a:off x="552450" y="1390650"/>
            <a:ext cx="6143625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275" b="1">
                <a:solidFill>
                  <a:srgbClr val="FFFFFF"/>
                </a:solidFill>
              </a:defRPr>
            </a:pPr>
            <a:r>
              <a:rPr sz="4275" b="1">
                <a:solidFill>
                  <a:srgbClr val="FFFFFF"/>
                </a:solidFill>
              </a:rPr>
              <a:t>YOUR FUTURE</a:t>
            </a:r>
          </a:p>
          <a:p>
            <a:pPr algn="l">
              <a:defRPr sz="4275" b="1">
                <a:solidFill>
                  <a:srgbClr val="FFFFFF"/>
                </a:solidFill>
              </a:defRPr>
            </a:pPr>
            <a:r>
              <a:rPr sz="4275" b="1">
                <a:solidFill>
                  <a:srgbClr val="FFFFFF"/>
                </a:solidFill>
              </a:rPr>
              <a:t>STARTS HERE.</a:t>
            </a:r>
          </a:p>
        </p:txBody>
      </p:sp>
      <p:sp>
        <p:nvSpPr>
          <p:cNvPr id="5" name="open-date">
            <a:extLst>
              <a:ext uri="{FF2B5EF4-FFF2-40B4-BE49-F238E27FC236}">
                <a16:creationId xmlns:a16="http://schemas.microsoft.com/office/drawing/2014/main" id="{00DF54B0-070A-453A-A1FF-800666AAD9A4}"/>
              </a:ext>
            </a:extLst>
          </p:cNvPr>
          <p:cNvSpPr>
            <a:spLocks noGrp="1"/>
          </p:cNvSpPr>
          <p:nvPr/>
        </p:nvSpPr>
        <p:spPr>
          <a:xfrm>
            <a:off x="590550" y="3619500"/>
            <a:ext cx="590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FFF4DC"/>
                </a:solidFill>
              </a:defRPr>
            </a:pPr>
            <a:r>
              <a:rPr sz="2250" b="1">
                <a:solidFill>
                  <a:srgbClr val="FFF4DC"/>
                </a:solidFill>
              </a:rPr>
              <a:t>Applications open August 18</a:t>
            </a:r>
          </a:p>
        </p:txBody>
      </p:sp>
      <p:sp>
        <p:nvSpPr>
          <p:cNvPr id="6" name="due-date">
            <a:extLst>
              <a:ext uri="{FF2B5EF4-FFF2-40B4-BE49-F238E27FC236}">
                <a16:creationId xmlns:a16="http://schemas.microsoft.com/office/drawing/2014/main" id="{3E6AF744-D7DC-4B58-880D-219AB89933FE}"/>
              </a:ext>
            </a:extLst>
          </p:cNvPr>
          <p:cNvSpPr>
            <a:spLocks noGrp="1"/>
          </p:cNvSpPr>
          <p:nvPr/>
        </p:nvSpPr>
        <p:spPr>
          <a:xfrm>
            <a:off x="590550" y="4410075"/>
            <a:ext cx="609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F5B82E"/>
                </a:solidFill>
              </a:defRPr>
            </a:pPr>
            <a:r>
              <a:rPr sz="3000" b="1">
                <a:solidFill>
                  <a:srgbClr val="F5B82E"/>
                </a:solidFill>
              </a:rPr>
              <a:t>APPLY BY SEPTEMBER 4</a:t>
            </a:r>
          </a:p>
        </p:txBody>
      </p:sp>
      <p:sp>
        <p:nvSpPr>
          <p:cNvPr id="7" name="website">
            <a:extLst>
              <a:ext uri="{FF2B5EF4-FFF2-40B4-BE49-F238E27FC236}">
                <a16:creationId xmlns:a16="http://schemas.microsoft.com/office/drawing/2014/main" id="{BFF627A1-5D63-43E2-A46C-3E8E29DC8684}"/>
              </a:ext>
            </a:extLst>
          </p:cNvPr>
          <p:cNvSpPr>
            <a:spLocks noGrp="1"/>
          </p:cNvSpPr>
          <p:nvPr/>
        </p:nvSpPr>
        <p:spPr>
          <a:xfrm>
            <a:off x="590550" y="5562600"/>
            <a:ext cx="609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spartandesign.github.io/stauffer-femineers</a:t>
            </a:r>
          </a:p>
        </p:txBody>
      </p:sp>
      <p:sp>
        <p:nvSpPr>
          <p:cNvPr id="8" name="scan">
            <a:extLst>
              <a:ext uri="{FF2B5EF4-FFF2-40B4-BE49-F238E27FC236}">
                <a16:creationId xmlns:a16="http://schemas.microsoft.com/office/drawing/2014/main" id="{2C3EA95F-E73C-4DEF-94FC-22D39F82ED5E}"/>
              </a:ext>
            </a:extLst>
          </p:cNvPr>
          <p:cNvSpPr>
            <a:spLocks noGrp="1"/>
          </p:cNvSpPr>
          <p:nvPr/>
        </p:nvSpPr>
        <p:spPr>
          <a:xfrm>
            <a:off x="7924800" y="4572000"/>
            <a:ext cx="3429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75" b="1">
                <a:solidFill>
                  <a:srgbClr val="38206F"/>
                </a:solidFill>
              </a:defRPr>
            </a:pPr>
            <a:r>
              <a:rPr sz="2175" b="1">
                <a:solidFill>
                  <a:srgbClr val="38206F"/>
                </a:solidFill>
              </a:rPr>
              <a:t>SCAN TO EXPLORE</a:t>
            </a:r>
          </a:p>
          <a:p>
            <a:pPr algn="ctr">
              <a:defRPr sz="2175" b="1">
                <a:solidFill>
                  <a:srgbClr val="38206F"/>
                </a:solidFill>
              </a:defRPr>
            </a:pPr>
            <a:r>
              <a:rPr sz="2175" b="1">
                <a:solidFill>
                  <a:srgbClr val="38206F"/>
                </a:solidFill>
              </a:rPr>
              <a:t>AND APPLY</a:t>
            </a:r>
          </a:p>
        </p:txBody>
      </p:sp>
    </p:spTree>
    <p:extLst>
      <p:ext uri="{BB962C8B-B14F-4D97-AF65-F5344CB8AC3E}">
        <p14:creationId xmlns:p14="http://schemas.microsoft.com/office/powerpoint/2010/main" val="66224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DocSecurity>0</DocSecurity>
  <PresentationFormat>Widescreen</PresentationFormat>
  <Paragraphs>29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Tansopalucks, Trirath</cp:lastModifiedBy>
  <cp:revision>1</cp:revision>
  <dcterms:created xsi:type="dcterms:W3CDTF">2026-08-13T03:10:16Z</dcterms:created>
  <dcterms:modified xsi:type="dcterms:W3CDTF">2026-08-13T03:11:49Z</dcterms:modified>
</cp:coreProperties>
</file>