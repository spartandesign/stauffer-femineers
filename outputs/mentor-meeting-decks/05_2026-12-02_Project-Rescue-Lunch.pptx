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024a6b0cea4d9d" /><Relationship Type="http://schemas.openxmlformats.org/officeDocument/2006/relationships/extended-properties" Target="/docProps/app.xml" Id="R097508d223654dfa" /><Relationship Type="http://schemas.openxmlformats.org/officeDocument/2006/relationships/officeDocument" Target="/ppt/presentation.xml" Id="R7c1f82bd22bc4a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469f2609ce4e78"/>
  </p:sldMasterIdLst>
  <p:notesMasterIdLst>
    <p:notesMasterId xmlns:r="http://schemas.openxmlformats.org/officeDocument/2006/relationships" r:id="R0d9959b1f25a48c5"/>
  </p:notesMasterIdLst>
  <p:sldIdLst>
    <p:sldId xmlns:r="http://schemas.openxmlformats.org/officeDocument/2006/relationships" id="256" r:id="R900a6c9c6d0b4fea"/>
    <p:sldId xmlns:r="http://schemas.openxmlformats.org/officeDocument/2006/relationships" id="257" r:id="R320673008027476c"/>
    <p:sldId xmlns:r="http://schemas.openxmlformats.org/officeDocument/2006/relationships" id="258" r:id="Re6678f0104e94cca"/>
    <p:sldId xmlns:r="http://schemas.openxmlformats.org/officeDocument/2006/relationships" id="259" r:id="R5f307f39ece3465f"/>
    <p:sldId xmlns:r="http://schemas.openxmlformats.org/officeDocument/2006/relationships" id="260" r:id="Rcc1f8ebd819748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f3cf0e8d824f45" /><Relationship Type="http://schemas.openxmlformats.org/officeDocument/2006/relationships/slideMaster" Target="/ppt/slideMasters/slideMaster1.xml" Id="Rf7469f2609ce4e78" /><Relationship Type="http://schemas.openxmlformats.org/officeDocument/2006/relationships/notesMaster" Target="/ppt/notesMasters/notesMaster1.xml" Id="R0d9959b1f25a48c5" /><Relationship Type="http://schemas.openxmlformats.org/officeDocument/2006/relationships/presProps" Target="/ppt/presProps.xml" Id="Re0b20dc1efde4695" /><Relationship Type="http://schemas.openxmlformats.org/officeDocument/2006/relationships/tableStyles" Target="/ppt/tableStyles.xml" Id="R99abf7a2291f4232" /><Relationship Type="http://schemas.openxmlformats.org/officeDocument/2006/relationships/slide" Target="/ppt/slides/slide1.xml" Id="R900a6c9c6d0b4fea" /><Relationship Type="http://schemas.openxmlformats.org/officeDocument/2006/relationships/slide" Target="/ppt/slides/slide2.xml" Id="R320673008027476c" /><Relationship Type="http://schemas.openxmlformats.org/officeDocument/2006/relationships/slide" Target="/ppt/slides/slide3.xml" Id="Re6678f0104e94cca" /><Relationship Type="http://schemas.openxmlformats.org/officeDocument/2006/relationships/slide" Target="/ppt/slides/slide4.xml" Id="R5f307f39ece3465f" /><Relationship Type="http://schemas.openxmlformats.org/officeDocument/2006/relationships/slide" Target="/ppt/slides/slide5.xml" Id="Rcc1f8ebd819748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07e01d3ef849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ac2cf78f5d4d0b" /><Relationship Type="http://schemas.openxmlformats.org/officeDocument/2006/relationships/notesMaster" Target="/ppt/notesMasters/notesMaster1.xml" Id="R41213941157e44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9e9050f58e4f43" /><Relationship Type="http://schemas.openxmlformats.org/officeDocument/2006/relationships/notesMaster" Target="/ppt/notesMasters/notesMaster1.xml" Id="Rd5239dc74b0b49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d210eb319a48fb" /><Relationship Type="http://schemas.openxmlformats.org/officeDocument/2006/relationships/notesMaster" Target="/ppt/notesMasters/notesMaster1.xml" Id="R08d1c120c3a444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72191776294bef" /><Relationship Type="http://schemas.openxmlformats.org/officeDocument/2006/relationships/notesMaster" Target="/ppt/notesMasters/notesMaster1.xml" Id="R985b9390d57c4a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e0467a1fae4d0c" /><Relationship Type="http://schemas.openxmlformats.org/officeDocument/2006/relationships/notesMaster" Target="/ppt/notesMasters/notesMaster1.xml" Id="Ra9229be5d94a45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12:29–12:33</a:t>
            </a:r>
          </a:p>
          <a:p xmlns:a="http://schemas.openxmlformats.org/drawingml/2006/main">
            <a:r>
              <a:t>MENTOR CUE: Confirm invited students and evidence access. There is no new submission, construction, or live test.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C:\Users\trira\OneDrive\Documents\Femineers\mentor-lesson-plans.html#december-2-rescue</a:t>
            </a:r>
          </a:p>
          <a:p xmlns:a="http://schemas.openxmlformats.org/drawingml/2006/main">
            <a:r>
              <a:t>- C:\Users\trira\OneDrive\Documents\Femineers\lunch-checkpoints.html#december-rescue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12:33–12:37</a:t>
            </a:r>
          </a:p>
          <a:p xmlns:a="http://schemas.openxmlformats.org/drawingml/2006/main">
            <a:r>
              <a:t>MENTOR CUE: Model one complete conversation in under four minutes. Name what makes the evidence trustworthy and the blocker narrow.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C:\Users\trira\OneDrive\Documents\Femineers\mentor-lesson-plans.html#december-2-rescue</a:t>
            </a:r>
          </a:p>
          <a:p xmlns:a="http://schemas.openxmlformats.org/drawingml/2006/main">
            <a:r>
              <a:t>- C:\Users\trira\OneDrive\Documents\Femineers\lunch-checkpoints.html#december-rescue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12:37–12:51</a:t>
            </a:r>
          </a:p>
          <a:p xmlns:a="http://schemas.openxmlformats.org/drawingml/2006/main">
            <a:r>
              <a:t>MENTOR CUE: Conduct up to four conferences per lane. Both Robotics partners contribute. Unknown safety, power, firmware, motion, or damage issues go directly to TECH LEAD.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C:\Users\trira\OneDrive\Documents\Femineers\mentor-lesson-plans.html#december-2-rescue</a:t>
            </a:r>
          </a:p>
          <a:p xmlns:a="http://schemas.openxmlformats.org/drawingml/2006/main">
            <a:r>
              <a:t>- C:\Users\trira\OneDrive\Documents\Femineers\lunch-checkpoints.html#december-rescue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12:51–12:56</a:t>
            </a:r>
          </a:p>
          <a:p xmlns:a="http://schemas.openxmlformats.org/drawingml/2006/main">
            <a:r>
              <a:t>MENTOR CUE: Record the sentence on the existing Canvas comment or project-bin label. Confirm the named item can actually be staged before December 7.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C:\Users\trira\OneDrive\Documents\Femineers\mentor-lesson-plans.html#december-2-rescue</a:t>
            </a:r>
          </a:p>
          <a:p xmlns:a="http://schemas.openxmlformats.org/drawingml/2006/main">
            <a:r>
              <a:t>- C:\Users\trira\OneDrive\Documents\Femineers\lunch-checkpoints.html#december-rescue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12:56–12:59</a:t>
            </a:r>
          </a:p>
          <a:p xmlns:a="http://schemas.openxmlformats.org/drawingml/2006/main">
            <a:r>
              <a:t>MENTOR CUE: Finish page 2 of the shared tracker. Do not create another student worksheet. Keep the meeting supportive and brief.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C:\Users\trira\OneDrive\Documents\Femineers\mentor-lesson-plans.html#december-2-rescue</a:t>
            </a:r>
          </a:p>
          <a:p xmlns:a="http://schemas.openxmlformats.org/drawingml/2006/main">
            <a:r>
              <a:t>- C:\Users\trira\OneDrive\Documents\Femineers\lunch-checkpoints.html#december-rescue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62773257714d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942aeb040e4845" /><Relationship Type="http://schemas.openxmlformats.org/officeDocument/2006/relationships/slideLayout" Target="/ppt/slideLayouts/slideLayout1.xml" Id="Ra26bf29eda4f46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6bf29eda4f46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11e0f6d084bf7" /><Relationship Type="http://schemas.openxmlformats.org/officeDocument/2006/relationships/image" Target="/ppt/media/image.png" Id="R5408a86ecb204606" /><Relationship Type="http://schemas.openxmlformats.org/officeDocument/2006/relationships/notesSlide" Target="/ppt/notesSlides/notesSlide1.xml" Id="R31b9de2801fd4e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bc071877547e4" /><Relationship Type="http://schemas.openxmlformats.org/officeDocument/2006/relationships/notesSlide" Target="/ppt/notesSlides/notesSlide2.xml" Id="Ra52d43a8d0e949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132ca687c46d7" /><Relationship Type="http://schemas.openxmlformats.org/officeDocument/2006/relationships/notesSlide" Target="/ppt/notesSlides/notesSlide3.xml" Id="R8c7de547bccf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400c5ef7447da" /><Relationship Type="http://schemas.openxmlformats.org/officeDocument/2006/relationships/notesSlide" Target="/ppt/notesSlides/notesSlide4.xml" Id="R2ce4c9d0ce4f43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37f67bed440f4" /><Relationship Type="http://schemas.openxmlformats.org/officeDocument/2006/relationships/notesSlide" Target="/ppt/notesSlides/notesSlide5.xml" Id="R5ad526260dd846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4DB85-3D8E-4588-81A7-75F96C55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36028-26D5-4E84-86D7-54B0BE08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B16A3-F399-4A5E-B22D-C702C3C8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DEC 2  •  1/5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54BF7-EF4B-48C4-AFD8-0EEE930F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INVITATION-ONLY EVIDENCE CONFERENCE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7403F-E8A7-4767-85F4-86A978F3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Project Rescue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C9987-F0BD-4318-8406-101B2180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Wednesday, December 2, 2026  •  12:29–12:59 p.m.  •  Room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969DE-1597-4732-874B-2BB10E2A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6000750" cy="240030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21DF8-07FC-4ACA-8757-92B12340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095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114300" bIns="38100" anchor="ctr">
            <a:normAutofit fontScale="7856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12:29–12:33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AEEFF-38D2-4C21-AE91-6744A0B0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539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Open evidence—not projects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ADCAF-36BC-4D30-B52F-EFBCA314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39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Latest photo/video + last trustworthy test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Code filename/screenshot when relevant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November 16 next action + current blocker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8a86ecb204606"/>
          <a:stretch xmlns:a="http://schemas.openxmlformats.org/drawingml/2006/main"/>
        </p:blipFill>
        <p:spPr>
          <a:xfrm xmlns:a="http://schemas.openxmlformats.org/drawingml/2006/main">
            <a:off x="6991350" y="1884645"/>
            <a:ext cx="4743450" cy="2669609"/>
          </a:xfrm>
          <a:prstGeom xmlns:a="http://schemas.openxmlformats.org/drawingml/2006/main" prst="roundRect">
            <a:avLst>
              <a:gd name="adj" fmla="val 321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F52BE-2D3B-4277-9745-FAB845E9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95950"/>
            <a:ext cx="4743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0C1F7-9A94-4ECE-8667-0ABD1D09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81675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Support—not punishment. Projects and tools stay stored.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FF85B-E927-4DFA-A294-4AC5C587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D8FEF4-BDD6-4937-99B8-40116DE2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22555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7327C-FF22-4586-9706-1059E745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Evidence—not memory • One narrow blocker • One safe restart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A1EA6-73B3-4472-B3FE-2DFDEAEF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6474634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544D9-8292-49AE-BBA2-5FBE3AD8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4514B-D49E-4F63-BD7A-AEBD0BDF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9F4D9-EA66-45B6-B638-D6005348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DEC 2  •  2/5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1C723-D95F-484C-B7B2-645810AF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12:33–12:37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BC668-FBB5-432F-A986-8AF11288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Use the five-question rescue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474CD-8BA9-4D13-A84A-E756C907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70CE5-B30E-436A-989E-936063C7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A2923-E95D-413A-8F0E-112EEFB5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SHOW one working result.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COMPARE expected with observed.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NARROW the smallest blocker.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RESCUE one next move.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RELEASE with a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9EFA4-5B88-4240-9057-27691E87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261D0-B446-4473-93FB-22E3244D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2C0ED-4E04-4AEB-B0E7-887D801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A blocker is narrower than ‘it doesn’t work.’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E1B18-2888-49AE-816C-D26D1B62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58A35-C1E6-41DB-A803-FC1BC04E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Working proof → expected/observed → blocker → rescue move →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E5BB9-C049-41F5-8389-6A678D76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4DF6B-F0D4-4259-981E-DCEE4C7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5110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B72F5-AA7C-4E5A-A93D-15E1C5DE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Evidence—not memory • One narrow blocker • One safe restart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A2D6A-BFE4-40EA-A7A4-7F1CB0C8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589742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CD3F4C-2213-4944-971B-7FFAFC4F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1BFAB-4103-441C-914E-87F533E8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F596C-0C8D-478A-AAE0-093C31CB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DEC 2  •  3/5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6BFA0-6AB4-447B-92C6-3508D41F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12:37–12:51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5F772-0D27-4626-AF85-34C4E985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Three-minute pathway conferences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400DB-8E0B-44B9-8D0C-D94C8F56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2690813" cy="3467100"/>
          </a:xfrm>
          <a:prstGeom xmlns:a="http://schemas.openxmlformats.org/drawingml/2006/main" prst="roundRect">
            <a:avLst>
              <a:gd name="adj" fmla="val 6372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35E78-CE13-4CE4-9D58-0F343643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26908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5C920-4EA7-4EAD-A40C-282C64FC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2717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rPr>
              <a:t>CONTINUE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B4E93-5A21-4ACF-85F2-A72AE3EC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271713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Begin the named build or retest.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74538-53FA-47F7-94E6-0CF8533A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1847850"/>
            <a:ext cx="2690813" cy="3467100"/>
          </a:xfrm>
          <a:prstGeom xmlns:a="http://schemas.openxmlformats.org/drawingml/2006/main" prst="roundRect">
            <a:avLst>
              <a:gd name="adj" fmla="val 637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178A1-C202-4D48-8BA5-BE247AE5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1847850"/>
            <a:ext cx="26908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3716D-9F38-4088-B5F3-CA9B0BA7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209800"/>
            <a:ext cx="22717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CUT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5D136-3A77-4A8F-85E8-57AC8367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3048000"/>
            <a:ext cx="2271713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Defer one optional feature and protect the core.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CF1F5-AAC9-452F-BA1E-EDE294A4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47850"/>
            <a:ext cx="2690813" cy="3467100"/>
          </a:xfrm>
          <a:prstGeom xmlns:a="http://schemas.openxmlformats.org/drawingml/2006/main" prst="roundRect">
            <a:avLst>
              <a:gd name="adj" fmla="val 637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4A129-2F6C-4D86-8100-80121B14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47850"/>
            <a:ext cx="26908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3AF6F-25E0-42F5-BF65-EA4CCE28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09800"/>
            <a:ext cx="22717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REPAIR 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FD908-B09D-4E99-8FEE-83F9F41D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48000"/>
            <a:ext cx="2271713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Pass one specific repair before building.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8DC2D-C129-42D3-9F1D-8B3869B6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847850"/>
            <a:ext cx="2690813" cy="3467100"/>
          </a:xfrm>
          <a:prstGeom xmlns:a="http://schemas.openxmlformats.org/drawingml/2006/main" prst="roundRect">
            <a:avLst>
              <a:gd name="adj" fmla="val 6372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9B338-E36F-4D04-98DA-93D66739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847850"/>
            <a:ext cx="26908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1BB3A-EFC4-4E19-BF10-1C4D600E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209800"/>
            <a:ext cx="22717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rPr>
              <a:t>TECH LEAD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95D59-622E-4C20-8FEB-F806BA83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48000"/>
            <a:ext cx="2271713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Unknown safety, power, firmware, motion, or damage issue. No release yet.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D62C34-86B3-4DF1-8737-67F38EB1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Point to working evidence • expected • observed • one repair/simplification/staged item/first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0EDC8-41AD-413E-AFA0-8C3F6D35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B79FB-BC30-4913-8ED2-8A6A5ADB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7665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9ADD7-D65F-4AD3-BA45-EFE8F5B4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Evidence—not memory • One narrow blocker • One safe restart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468D9-8C56-4505-B1BA-14E50FD1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786718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E8A16-1376-4969-9018-9E87CFAF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F225B-EF75-4CB1-9C62-09AE15D7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DD597-1AD9-4A76-9F18-F4AD3FA2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DEC 2  •  4/5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CA2DA-B05F-4D95-9CB5-F6E8FD58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12:51–12:56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EB19B-D52D-427F-B2FB-E084039E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Make December 7 restartable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FCEA8-D1CF-4D8C-B7F0-BE57B3BA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9178D-4689-4345-8A56-1B929866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SAY +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5C601-6318-4192-9546-76D8DA05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DEC. 7 START: [name/role] will [verb] [subsystem]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using [staged item].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Good enough means [observable result].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STOP AND ASK if [condition].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FFD3E-9630-4D47-BC5A-6A6CDD14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15D26-5609-4B94-BDAD-4373E21D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83898-BB2A-4D46-9CCD-C2709167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Specific enough that another person could begin in five minutes.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7ABFA-E314-4D4A-9C00-630D4B2D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CCEBF-32FC-4B79-85C6-869B0C61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Correct vague, unsafe, or overlarge plans.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885B8-C316-456F-B28E-E1AF48C5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E5D8E-A00D-46A2-A332-C7F0EBD6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0220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BA890-17C6-47FF-9AAD-A9B99E89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Evidence—not memory • One narrow blocker • One safe restart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25856-4B67-4311-85F4-A0D918DF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419151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CA699-9CB6-48C4-925B-D5F7B8B3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51A95-15E6-4831-BF69-09E11410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5F3DC4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426DF-CCC3-411B-9131-C5EE0872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DEC 2  •  5/5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53CB4-163E-45F7-BBD3-A19C4E2B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12:56–12:59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EB786-0C01-4A7C-8DA2-1DB3242C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Confirm + close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A7FD1-46B2-4367-8E7F-84E2B872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C5C87-F692-400F-BCD5-EE9EA1B6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53657-BC4B-41A3-8A17-2E4D4498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Say your status.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Say your first safe action.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Name what the mentor will stage.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Name when you must stop and ask.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Return to lunch.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0DBF1-F0AE-4C2E-B157-A021DADF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3ECD8-6C93-45E6-BD89-0F5421F6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3DC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3DC4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5105C-684B-4533-80DB-93924D1F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Nothing is assigned for home.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51A94-54E8-4FC3-BD94-B0B1BC81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F58BF-1144-437E-AF7D-169FAC7C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Mentor records tracker status and restart 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634D0-FDEB-4966-B546-05998470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73ACF-2C8A-465E-8A34-5901F7C8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3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EC484-B9C1-4C88-9CE3-9BFC457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Evidence—not memory • One narrow blocker • One safe restart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CFC24-97A3-48D8-8D6A-47DFEF90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9043468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2026-08-28T12:51:47.8800000Z</dcterms:created>
  <dcterms:modified xsi:type="dcterms:W3CDTF">2026-08-28T12:51:47.8800000Z</dcterms:modified>
</coreProperties>
</file>