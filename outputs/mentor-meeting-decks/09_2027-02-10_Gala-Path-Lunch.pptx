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157e1dab1244a2" /><Relationship Type="http://schemas.openxmlformats.org/officeDocument/2006/relationships/extended-properties" Target="/docProps/app.xml" Id="R24de2735a1b044f7" /><Relationship Type="http://schemas.openxmlformats.org/officeDocument/2006/relationships/officeDocument" Target="/ppt/presentation.xml" Id="R9f249cbe2f324f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e3178d41564385"/>
  </p:sldMasterIdLst>
  <p:notesMasterIdLst>
    <p:notesMasterId xmlns:r="http://schemas.openxmlformats.org/officeDocument/2006/relationships" r:id="R35314594ea0c4b2a"/>
  </p:notesMasterIdLst>
  <p:sldIdLst>
    <p:sldId xmlns:r="http://schemas.openxmlformats.org/officeDocument/2006/relationships" id="256" r:id="R8ebb9166fcbd46c6"/>
    <p:sldId xmlns:r="http://schemas.openxmlformats.org/officeDocument/2006/relationships" id="257" r:id="Rcc823f79f23645c4"/>
    <p:sldId xmlns:r="http://schemas.openxmlformats.org/officeDocument/2006/relationships" id="258" r:id="R9f9dc1df485b4a7c"/>
    <p:sldId xmlns:r="http://schemas.openxmlformats.org/officeDocument/2006/relationships" id="259" r:id="R1e0e124b8b8643e1"/>
    <p:sldId xmlns:r="http://schemas.openxmlformats.org/officeDocument/2006/relationships" id="260" r:id="R55c836a5a46f4528"/>
    <p:sldId xmlns:r="http://schemas.openxmlformats.org/officeDocument/2006/relationships" id="261" r:id="Re63e63f2d6f142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774db4d6134089" /><Relationship Type="http://schemas.openxmlformats.org/officeDocument/2006/relationships/slideMaster" Target="/ppt/slideMasters/slideMaster1.xml" Id="R4ce3178d41564385" /><Relationship Type="http://schemas.openxmlformats.org/officeDocument/2006/relationships/notesMaster" Target="/ppt/notesMasters/notesMaster1.xml" Id="R35314594ea0c4b2a" /><Relationship Type="http://schemas.openxmlformats.org/officeDocument/2006/relationships/presProps" Target="/ppt/presProps.xml" Id="Rfe9a213c508b450b" /><Relationship Type="http://schemas.openxmlformats.org/officeDocument/2006/relationships/tableStyles" Target="/ppt/tableStyles.xml" Id="R49723c8b67b742ef" /><Relationship Type="http://schemas.openxmlformats.org/officeDocument/2006/relationships/slide" Target="/ppt/slides/slide1.xml" Id="R8ebb9166fcbd46c6" /><Relationship Type="http://schemas.openxmlformats.org/officeDocument/2006/relationships/slide" Target="/ppt/slides/slide2.xml" Id="Rcc823f79f23645c4" /><Relationship Type="http://schemas.openxmlformats.org/officeDocument/2006/relationships/slide" Target="/ppt/slides/slide3.xml" Id="R9f9dc1df485b4a7c" /><Relationship Type="http://schemas.openxmlformats.org/officeDocument/2006/relationships/slide" Target="/ppt/slides/slide4.xml" Id="R1e0e124b8b8643e1" /><Relationship Type="http://schemas.openxmlformats.org/officeDocument/2006/relationships/slide" Target="/ppt/slides/slide5.xml" Id="R55c836a5a46f4528" /><Relationship Type="http://schemas.openxmlformats.org/officeDocument/2006/relationships/slide" Target="/ppt/slides/slide6.xml" Id="Re63e63f2d6f142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e640c277345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093b9b732f47d8" /><Relationship Type="http://schemas.openxmlformats.org/officeDocument/2006/relationships/notesMaster" Target="/ppt/notesMasters/notesMaster1.xml" Id="R8f94de7d746047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71f6aa64554373" /><Relationship Type="http://schemas.openxmlformats.org/officeDocument/2006/relationships/notesMaster" Target="/ppt/notesMasters/notesMaster1.xml" Id="R0236e16d69c94e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7aeefb9030405a" /><Relationship Type="http://schemas.openxmlformats.org/officeDocument/2006/relationships/notesMaster" Target="/ppt/notesMasters/notesMaster1.xml" Id="R0663d3b5316942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bbfb379ae0412f" /><Relationship Type="http://schemas.openxmlformats.org/officeDocument/2006/relationships/notesMaster" Target="/ppt/notesMasters/notesMaster1.xml" Id="Rdeb5d23c4c564b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934dcd2c314119" /><Relationship Type="http://schemas.openxmlformats.org/officeDocument/2006/relationships/notesMaster" Target="/ppt/notesMasters/notesMaster1.xml" Id="Re8dcfadbcc2f42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c80910b1864c49" /><Relationship Type="http://schemas.openxmlformats.org/officeDocument/2006/relationships/notesMaster" Target="/ppt/notesMasters/notesMaster1.xml" Id="Rcff34bd2bcf241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12:29–12:34</a:t>
            </a:r>
          </a:p>
          <a:p xmlns:a="http://schemas.openxmlformats.org/drawingml/2006/main">
            <a:r>
              <a:t>MENTOR CUE: Students use current evidence only; projects stay stored. Keep lunch tracker page 4 on the shared clipboard.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C:\Users\trira\OneDrive\Documents\Femineers\mentor-lesson-plans.html#day-6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12:34–12:44</a:t>
            </a:r>
          </a:p>
          <a:p xmlns:a="http://schemas.openxmlformats.org/drawingml/2006/main">
            <a:r>
              <a:t>MENTOR CUE: Listen for current evidence, the highest-consequence risk, and a realistic final-workday action. Redirect long project histories.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C:\Users\trira\OneDrive\Documents\Femineers\mentor-lesson-plans.html#day-6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12:44–12:48</a:t>
            </a:r>
          </a:p>
          <a:p xmlns:a="http://schemas.openxmlformats.org/drawingml/2006/main">
            <a:r>
              <a:t>MENTOR CUE: Appearance never outranks safety, core function, comfort/stability, reset, or repairability. Cut optional scope aggressively.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C:\Users\trira\OneDrive\Documents\Femineers\mentor-lesson-plans.html#day-6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12:48–12:52</a:t>
            </a:r>
          </a:p>
          <a:p xmlns:a="http://schemas.openxmlformats.org/drawingml/2006/main">
            <a:r>
              <a:t>MENTOR CUE: Make the backup specific and immediately safe. Avoid any plan that depends on live rewiring, forced mechanisms, or untested substitute power.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C:\Users\trira\OneDrive\Documents\Femineers\mentor-lesson-plans.html#day-6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12:52–12:54</a:t>
            </a:r>
          </a:p>
          <a:p xmlns:a="http://schemas.openxmlformats.org/drawingml/2006/main">
            <a:r>
              <a:t>MENTOR CUE: Ensure roles match the students who will actually be present. Do not assign an untrained person to live power or motion.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C:\Users\trira\OneDrive\Documents\Femineers\mentor-lesson-plans.html#day-6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12:54–12:59</a:t>
            </a:r>
          </a:p>
          <a:p xmlns:a="http://schemas.openxmlformats.org/drawingml/2006/main">
            <a:r>
              <a:t>MENTOR CUE: Record exactly what mentors must prepare before February 22 and who owns it. Confirm the critical action can be completed and retested within the morning cutoff.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C:\Users\trira\OneDrive\Documents\Femineers\mentor-lesson-plans.html#day-6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C:\Users\trira\OneDrive\Documents\Femineers\mentor-print-center.html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581560dce40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a23c16e70f4d34" /><Relationship Type="http://schemas.openxmlformats.org/officeDocument/2006/relationships/slideLayout" Target="/ppt/slideLayouts/slideLayout1.xml" Id="R0b5ba657a0e244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5ba657a0e244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f8ba1891248f1" /><Relationship Type="http://schemas.openxmlformats.org/officeDocument/2006/relationships/image" Target="/ppt/media/image.png" Id="Ra8b9c66aa7234bfa" /><Relationship Type="http://schemas.openxmlformats.org/officeDocument/2006/relationships/notesSlide" Target="/ppt/notesSlides/notesSlide1.xml" Id="Rcaa1744b52e54f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ebc961992418e" /><Relationship Type="http://schemas.openxmlformats.org/officeDocument/2006/relationships/notesSlide" Target="/ppt/notesSlides/notesSlide2.xml" Id="Rb401b1016cb84e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9a74221214af2" /><Relationship Type="http://schemas.openxmlformats.org/officeDocument/2006/relationships/notesSlide" Target="/ppt/notesSlides/notesSlide3.xml" Id="R42b34dc5562743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b94b4e9264a8b" /><Relationship Type="http://schemas.openxmlformats.org/officeDocument/2006/relationships/notesSlide" Target="/ppt/notesSlides/notesSlide4.xml" Id="R10eb807be78243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9d75738a545f3" /><Relationship Type="http://schemas.openxmlformats.org/officeDocument/2006/relationships/notesSlide" Target="/ppt/notesSlides/notesSlide5.xml" Id="R1c521d03b24943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abf2cdf774a3a" /><Relationship Type="http://schemas.openxmlformats.org/officeDocument/2006/relationships/notesSlide" Target="/ppt/notesSlides/notesSlide6.xml" Id="R5e1dfa53af144e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8C31E-4536-4917-8ECE-C060CC16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311A4-1D98-4572-9D65-0975F59F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6C2B8-8029-4331-A8F8-DDD47834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10  •  1/6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E8E1B-E454-450A-B6C2-C4955A46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ALL-PROGRAM LUNCH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FB824-BF67-461C-9212-72400986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Gala Path Checkpoint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C3FA4-CD7F-4F6E-BD22-057D4131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Wednesday, February 10, 2027  •  12:29–12:59 p.m.  •  Room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995E7-DE6F-492B-AE2F-0D8D8B0F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00075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EE3D9-B5E4-4825-A805-84E1A29A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114300" bIns="38100" anchor="ctr">
            <a:normAutofit fontScale="785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12:29–12:34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3F435-C4C5-4E14-AE0D-BC0F7948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Open your Gala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870AD-2626-4190-9F85-FDBAEF10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Overall project photo + latest complete-system test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Ranked punch list + repair/replacement request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Draft project card + safe backup plan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9c66aa7234bfa"/>
          <a:stretch xmlns:a="http://schemas.openxmlformats.org/drawingml/2006/main"/>
        </p:blipFill>
        <p:spPr>
          <a:xfrm xmlns:a="http://schemas.openxmlformats.org/drawingml/2006/main">
            <a:off x="6991350" y="1884645"/>
            <a:ext cx="4743450" cy="2669609"/>
          </a:xfrm>
          <a:prstGeom xmlns:a="http://schemas.openxmlformats.org/drawingml/2006/main" prst="roundRect">
            <a:avLst>
              <a:gd name="adj" fmla="val 32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4FB98-C295-4B51-BDE2-77E3C9A3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95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4B9E3-21B7-4BEA-8D31-24635852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816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evidence—not confidence—drives the final plan.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C2025-81B2-4D3B-B072-D0ADDE1C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F822D-206C-4B2A-908D-AB0212BC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87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AD2A5-DEE9-4D42-9BEF-E6781EF4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Current evidence • Critical task • Safe backup • Gala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96C50-58CC-4D43-BA22-2A9F9AB3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508890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43BFE-EEF6-48DE-BFCC-9ADF7A8E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0DD86-AC1F-40A5-BAA2-A833FE1A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46F53-325F-47B8-8B88-D2B994A4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10  •  2/6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25752-F833-4948-B324-487EBF3D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12:34–12:44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A835D-0602-46C6-B493-B00D5EF8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Your 60-second Gala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5138E-6B9E-4558-BE63-02BEF7D5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7BD9D-D5D6-4C4C-96B3-A4A6E99B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2B3BC-AA5A-4A81-92DC-54C9A5D3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Show the current project condition.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the greatest Gala readiness risk.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one critical February 22 task.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Say the opening line of your project story.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Robotics partners divide the explanation.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EF0EF-A617-419C-B9CE-91FA628A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32539-5B38-420D-B925-A1E83833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9136B-AB36-4A44-90BB-EB973B9B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The story includes a real test result—not simply ‘it works.’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85866-EE5B-4352-B633-D397FF21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A9E97-35C4-476A-8663-A9830838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One minute per student/team protects the clock.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91C0C-2E0C-4953-A859-CC0F91E8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06B66-002D-4A91-B7F6-1F54A476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75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6CD15-2F9C-40A3-B04B-C239ACAA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Current evidence • Critical task • Safe backup • Gala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8E690-9953-4794-9D37-C985A35D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330126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05F22-F2BA-463D-8FA5-BDBA8758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B26CC-2209-469F-A23F-B6286042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894CD-AFD2-4623-8CDE-4B6C04FF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10  •  3/6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D5847-5333-4A2C-A7C2-D235295E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12:44–12:48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1CCCE-4D77-48D5-9A66-0FEF5E09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Rank work by consequence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BBECF-0B14-45D3-9500-0426B0CD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9A3A0-A1DA-4614-BA64-F3130512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16D9F-F6B0-4DD1-93D9-AD10F580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rPr>
              <a:t>CRITICAL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B7E7B-8353-406D-A690-D53777B4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Safety • required function • comfort/stability • reset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F950F-E303-4DA5-8E8B-CA07D17C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F5445-BF40-479F-BEDE-D99265F2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8FC3E-18AD-495F-A590-F333C5C6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IMPORTANT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31C11-5377-45D8-8B90-C535F49C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Clarity • documentation • repairability • rehearsal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DF34B-F9BB-4769-BCF5-9C4B5140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7385A-8FB8-4B1C-B06C-EB928629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10F9B-8BC7-4953-AF1F-F12B6404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OPTIONAL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0E669-D759-4936-BD58-7B406A08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Extra feature or decoration that can be deferred.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6F518-0826-4506-A978-EC04CA05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Identify exactly one critical February 22 action. No major new feature.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49D5A-C5A0-4E49-BC27-9D3A141D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BE9C0-C67B-459D-B060-2BFD45B8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63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F68CD-C182-4FB9-A8A1-2955FDEE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Current evidence • Critical task • Safe backup • Gala 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83F50-B916-43BD-B0E1-7D33F4C9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645236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A4D0A-9A75-49B7-A429-0750A2BE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0625B-9CB6-4414-BFE7-F19A2BDD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1F655-5A56-426E-8482-986EC471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10  •  4/6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6AC13-6D40-420A-85FB-4AA29388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12:48–12:52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34141-A57D-480B-A563-B0C781D6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Prepare the safe backup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1AB18-41C9-4252-A6BF-AA49BB21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768BA-4751-404D-96E9-DAF8990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2D8AE-640D-4EA5-8804-AC6F9778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Failure sign: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First safe action: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Feature kept off or still: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Audience alternative: card • static display • video.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62B7D-0613-42BC-BDC6-CEB0BC42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974B6-8FA4-4F8A-9491-5FCEA39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91CB7-2ECB-4E90-96ED-78E0B212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 modified demonstration is a valid engineering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0E19A-924F-4C5D-A284-86CF893A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4C853-9B28-4E2A-A813-EE6B7E5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Do not plan public improvisation around power or motion.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FA87C-1C6B-4755-97EF-22904E30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CF441-45C6-4542-8079-FFCE41CC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51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91618-2639-443C-A1FD-7CCCB357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Current evidence • Critical task • Safe backup • Gala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127AB-1A81-4751-9750-296F44F8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2140808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D5202-C696-4F85-9759-8234B430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09470-73AC-448E-8C0A-97D375E6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6EA1F-BED7-452F-AB66-FBBE718F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10  •  5/6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AD6C4-8980-48B5-8BFC-C646F67E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12:52–12:54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31F37-B275-4F18-8DEE-E31B3F74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Own your Gala 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7D3C3-55D9-4E5E-B0CB-5ECB6E80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2ACF6-D3E5-4932-B26A-07A85BF8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FCE30-8B31-4160-89DC-D42D245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Say: ‘I/we designed _____ for _____ because _____.’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your speaking role.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your operating/reset role.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who explains the backup if needed.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B8DE8-BD17-41F5-AFF3-34DE9117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8ACD7-CE9A-4A60-83F2-4DDB9F1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7158D-19CC-4DF2-ABC1-83B28911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Every student has a visible contribution to the public experience.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5CB72-447F-4D40-8DF6-E69F5D8E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034B8-412E-4CAE-956F-8B9A0F62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Wearables: walk/operate/explain/shutdown • Robotics: greet/present/operate/reset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1AD14-C1CF-4775-A2A2-025739E2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9722D-34B5-412E-8C09-D0C361A9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9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1D55E-FBB3-46E5-B834-F9392373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Current evidence • Critical task • Safe backup • Gala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50FE2-330D-4B7C-87C2-005CA6C4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5194712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4E6F2-0084-4BA2-9D50-70648A2A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7D840-03E3-4C64-903A-80AF95E7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B89AC-C000-4165-9B9F-100957FD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10  •  6/6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2BF01-C4E6-48F7-8096-7961D426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12:54–12:59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297F2-C2CB-4368-B99E-DD81ABF6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Leave with one final-workday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B533B-E2A9-418E-82EB-A96D9EBB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E112B-D738-4BD0-BB8C-F36FC1E7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34F2B-CC1F-4B19-9759-97B759C9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On February 22, first we will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Mentor preparation needed: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We will know it passes when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Record the speaking/operating responsibility.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Return to lunch.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72FBA-6ED9-4F68-A3F1-8BB7FB4B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6B521-8576-4E61-B481-DB10333D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A4EEF-7ED6-4FAE-A8D0-99B2C0BF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No new feature. No take-home assignment.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24D0C-4CD6-44EF-AA26-FEE38544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D8D78-32D8-427F-94A5-BF834815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Mentors prepare repairs, replacements, prints, charging, fabrication, or simplification.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7979E-49E9-407C-AE68-C4C33726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2E54D-8266-452B-874B-64F6E4DF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4CC42-C71D-4149-89B4-D93B9507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Current evidence • Critical task • Safe backup • Gala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81A79-ABA9-4664-8105-F308821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910780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2026-08-28T12:51:53.6480000Z</dcterms:created>
  <dcterms:modified xsi:type="dcterms:W3CDTF">2026-08-28T12:51:53.6480000Z</dcterms:modified>
</coreProperties>
</file>