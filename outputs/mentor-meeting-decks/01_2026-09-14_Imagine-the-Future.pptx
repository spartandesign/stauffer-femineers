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eaf319bdb476c" /><Relationship Type="http://schemas.openxmlformats.org/officeDocument/2006/relationships/extended-properties" Target="/docProps/app.xml" Id="R18da5e82228b4e68" /><Relationship Type="http://schemas.openxmlformats.org/officeDocument/2006/relationships/officeDocument" Target="/ppt/presentation.xml" Id="R8963eaee5489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1ec301cd9a45ad"/>
  </p:sldMasterIdLst>
  <p:notesMasterIdLst>
    <p:notesMasterId xmlns:r="http://schemas.openxmlformats.org/officeDocument/2006/relationships" r:id="Ra987f3a4346d4faa"/>
  </p:notesMasterIdLst>
  <p:sldIdLst>
    <p:sldId xmlns:r="http://schemas.openxmlformats.org/officeDocument/2006/relationships" id="256" r:id="R4a71a724fb0f49c0"/>
    <p:sldId xmlns:r="http://schemas.openxmlformats.org/officeDocument/2006/relationships" id="257" r:id="Rf8fc078064664db4"/>
    <p:sldId xmlns:r="http://schemas.openxmlformats.org/officeDocument/2006/relationships" id="258" r:id="Re3861d9134814be4"/>
    <p:sldId xmlns:r="http://schemas.openxmlformats.org/officeDocument/2006/relationships" id="259" r:id="Rc5990d271ef04081"/>
    <p:sldId xmlns:r="http://schemas.openxmlformats.org/officeDocument/2006/relationships" id="260" r:id="Re8cd0e18da7c4bcd"/>
    <p:sldId xmlns:r="http://schemas.openxmlformats.org/officeDocument/2006/relationships" id="261" r:id="R4b9a786becce40ad"/>
    <p:sldId xmlns:r="http://schemas.openxmlformats.org/officeDocument/2006/relationships" id="262" r:id="R877a7365e22a4802"/>
    <p:sldId xmlns:r="http://schemas.openxmlformats.org/officeDocument/2006/relationships" id="263" r:id="R3028d93485e441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5abbf7b57c46f8" /><Relationship Type="http://schemas.openxmlformats.org/officeDocument/2006/relationships/slideMaster" Target="/ppt/slideMasters/slideMaster1.xml" Id="Rba1ec301cd9a45ad" /><Relationship Type="http://schemas.openxmlformats.org/officeDocument/2006/relationships/notesMaster" Target="/ppt/notesMasters/notesMaster1.xml" Id="Ra987f3a4346d4faa" /><Relationship Type="http://schemas.openxmlformats.org/officeDocument/2006/relationships/presProps" Target="/ppt/presProps.xml" Id="R5178da50f8264b0e" /><Relationship Type="http://schemas.openxmlformats.org/officeDocument/2006/relationships/tableStyles" Target="/ppt/tableStyles.xml" Id="R96dc65878e44497f" /><Relationship Type="http://schemas.openxmlformats.org/officeDocument/2006/relationships/slide" Target="/ppt/slides/slide1.xml" Id="R4a71a724fb0f49c0" /><Relationship Type="http://schemas.openxmlformats.org/officeDocument/2006/relationships/slide" Target="/ppt/slides/slide2.xml" Id="Rf8fc078064664db4" /><Relationship Type="http://schemas.openxmlformats.org/officeDocument/2006/relationships/slide" Target="/ppt/slides/slide3.xml" Id="Re3861d9134814be4" /><Relationship Type="http://schemas.openxmlformats.org/officeDocument/2006/relationships/slide" Target="/ppt/slides/slide4.xml" Id="Rc5990d271ef04081" /><Relationship Type="http://schemas.openxmlformats.org/officeDocument/2006/relationships/slide" Target="/ppt/slides/slide5.xml" Id="Re8cd0e18da7c4bcd" /><Relationship Type="http://schemas.openxmlformats.org/officeDocument/2006/relationships/slide" Target="/ppt/slides/slide6.xml" Id="R4b9a786becce40ad" /><Relationship Type="http://schemas.openxmlformats.org/officeDocument/2006/relationships/slide" Target="/ppt/slides/slide7.xml" Id="R877a7365e22a4802" /><Relationship Type="http://schemas.openxmlformats.org/officeDocument/2006/relationships/slide" Target="/ppt/slides/slide8.xml" Id="R3028d93485e441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4318b754e54b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a4fbfb6ca49dd" /><Relationship Type="http://schemas.openxmlformats.org/officeDocument/2006/relationships/notesMaster" Target="/ppt/notesMasters/notesMaster1.xml" Id="R9bd555d676b5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dba4708ae417d" /><Relationship Type="http://schemas.openxmlformats.org/officeDocument/2006/relationships/notesMaster" Target="/ppt/notesMasters/notesMaster1.xml" Id="R73dc7bcb54814b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da8608a4e24f5a" /><Relationship Type="http://schemas.openxmlformats.org/officeDocument/2006/relationships/notesMaster" Target="/ppt/notesMasters/notesMaster1.xml" Id="R09f02e4bfcd541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1edd2233545de" /><Relationship Type="http://schemas.openxmlformats.org/officeDocument/2006/relationships/notesMaster" Target="/ppt/notesMasters/notesMaster1.xml" Id="R06d7e6974bd04d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e281ec9f1a4d34" /><Relationship Type="http://schemas.openxmlformats.org/officeDocument/2006/relationships/notesMaster" Target="/ppt/notesMasters/notesMaster1.xml" Id="Re748299ffbdf43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614f519c74dd0" /><Relationship Type="http://schemas.openxmlformats.org/officeDocument/2006/relationships/notesMaster" Target="/ppt/notesMasters/notesMaster1.xml" Id="R91911b7b453745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38b0d1c7024cbb" /><Relationship Type="http://schemas.openxmlformats.org/officeDocument/2006/relationships/notesMaster" Target="/ppt/notesMasters/notesMaster1.xml" Id="R6fa054d98ff748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6ef3e51eab4eea" /><Relationship Type="http://schemas.openxmlformats.org/officeDocument/2006/relationships/notesMaster" Target="/ppt/notesMasters/notesMaster1.xml" Id="Rfdc2937a9d91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8:00–8:40</a:t>
            </a:r>
          </a:p>
          <a:p xmlns:a="http://schemas.openxmlformats.org/drawingml/2006/main">
            <a:r>
              <a:t>MENTOR CUE: Verify every student by participation year before releasing equipment. Model the help signal, power-off rule, and the day’s Imagine → Explore → Propose → Mentor Decision arc.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8:40–9:38</a:t>
            </a:r>
          </a:p>
          <a:p xmlns:a="http://schemas.openxmlformats.org/drawingml/2006/main">
            <a:r>
              <a:t>MENTOR CUE: Keep students focused on a user or need. Encourage genuine difference across the three concepts. No major construction begins today.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9:38–9:51</a:t>
            </a:r>
          </a:p>
          <a:p xmlns:a="http://schemas.openxmlformats.org/drawingml/2006/main">
            <a:r>
              <a:t>MENTOR CUE: Confirm capacity and starting tables during snack. Equipment stays at stations; Robotics kits never travel.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9:51–11:45</a:t>
            </a:r>
          </a:p>
          <a:p xmlns:a="http://schemas.openxmlformats.org/drawingml/2006/main">
            <a:r>
              <a:t>MENTOR CUE: Run a visible timer and announce one-minute warnings. Save evidence locally; Canvas upload happens later. Station leads release Wearables movement only after the count. Robotics performs SAFE RESET, disconnects, powers off, saves, and switches Driver/Navigator.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9:51–11:45</a:t>
            </a:r>
          </a:p>
          <a:p xmlns:a="http://schemas.openxmlformats.org/drawingml/2006/main">
            <a:r>
              <a:t>MENTOR CUE: Keep this slide available as a pathway map between timed rotation cues. Wearables equipment remains at stations. Robotics teams use their assigned numbered kit for all four challenges.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11:45–12:59</a:t>
            </a:r>
          </a:p>
          <a:p xmlns:a="http://schemas.openxmlformats.org/drawingml/2006/main">
            <a:r>
              <a:t>MENTOR CUE: Each Robotics partner explains a different system part. Do not release lunch until needles, power, station materials, and numbered kits are accounted for.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12:59–2:05</a:t>
            </a:r>
          </a:p>
          <a:p xmlns:a="http://schemas.openxmlformats.org/drawingml/2006/main">
            <a:r>
              <a:t>MENTOR CUE: Coach meaning, completeness, feasibility, safety, and repair access. Do not redraw proposals. Use the peer explanation as a comprehension check, not a polish contest.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2:05–2:41</a:t>
            </a:r>
          </a:p>
          <a:p xmlns:a="http://schemas.openxmlformats.org/drawingml/2006/main">
            <a:r>
              <a:t>MENTOR CUE: Technical Review is not rejection. Record the decision and next action. Preview the October 19 Design Ready submission briefly; avoid turning dismissal into a long assignment lecture.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C:\Users\trira\OneDrive\Documents\Femineers\mentor-lesson-plans.html#day-1</a:t>
            </a:r>
          </a:p>
          <a:p xmlns:a="http://schemas.openxmlformats.org/drawingml/2006/main">
            <a:r>
              <a:t>- C:\Users\trira\OneDrive\Documents\Femineers\mentor-lesson-plans.html#day1-tech-rotations</a:t>
            </a:r>
          </a:p>
          <a:p xmlns:a="http://schemas.openxmlformats.org/drawingml/2006/main">
            <a:r>
              <a:t>- C:\Users\trira\OneDrive\Documents\Femineers\start-here.html</a:t>
            </a:r>
          </a:p>
          <a:p xmlns:a="http://schemas.openxmlformats.org/drawingml/2006/main">
            <a:r>
              <a:t>- C:\Users\trira\OneDrive\Documents\Femineers\mentor-approval.html</a:t>
            </a:r>
          </a:p>
          <a:p xmlns:a="http://schemas.openxmlformats.org/drawingml/2006/main">
            <a:r>
              <a:t>- C:\Users\trira\OneDrive\Documents\Femineers\canvas-checkpoint-1.html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a5d869da4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a32c0ee82d4a98" /><Relationship Type="http://schemas.openxmlformats.org/officeDocument/2006/relationships/slideLayout" Target="/ppt/slideLayouts/slideLayout1.xml" Id="Re9197e4018cd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197e4018cd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0d2609c6f4c77" /><Relationship Type="http://schemas.openxmlformats.org/officeDocument/2006/relationships/image" Target="/ppt/media/image.bin" Id="R62e0544babc5431d" /><Relationship Type="http://schemas.openxmlformats.org/officeDocument/2006/relationships/notesSlide" Target="/ppt/notesSlides/notesSlide1.xml" Id="R9fa826aa4324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ba69557fd4161" /><Relationship Type="http://schemas.openxmlformats.org/officeDocument/2006/relationships/notesSlide" Target="/ppt/notesSlides/notesSlide2.xml" Id="R722f667d57c242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1e9e3a4964819" /><Relationship Type="http://schemas.openxmlformats.org/officeDocument/2006/relationships/notesSlide" Target="/ppt/notesSlides/notesSlide3.xml" Id="R7ce5a281b14c47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00db5a03c454d" /><Relationship Type="http://schemas.openxmlformats.org/officeDocument/2006/relationships/notesSlide" Target="/ppt/notesSlides/notesSlide4.xml" Id="Rabc03c6213d846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c628a0fa347dd" /><Relationship Type="http://schemas.openxmlformats.org/officeDocument/2006/relationships/notesSlide" Target="/ppt/notesSlides/notesSlide5.xml" Id="R7e059bb0a8c744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315ba6d0d42c2" /><Relationship Type="http://schemas.openxmlformats.org/officeDocument/2006/relationships/notesSlide" Target="/ppt/notesSlides/notesSlide6.xml" Id="Ra40b8bfadf5e42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06f70d28c419d" /><Relationship Type="http://schemas.openxmlformats.org/officeDocument/2006/relationships/notesSlide" Target="/ppt/notesSlides/notesSlide7.xml" Id="R6c44587c7e814c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8f198e30d4642" /><Relationship Type="http://schemas.openxmlformats.org/officeDocument/2006/relationships/notesSlide" Target="/ppt/notesSlides/notesSlide8.xml" Id="Rc78adc968a4145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C02E3-9080-4DE5-9687-60AA515C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60352-41C0-4641-9C19-64F89A0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0F5EC-BD92-485E-9D00-49C0CE7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A857D-DF7E-4CBE-8B2B-11283900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FULL WORKDAY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E42BF-53F3-4309-8884-2754B7A9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Imagine the Future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3E716-AA13-4475-9067-EF08499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Monday, September 14, 2026  •  8:00 a.m.–2:41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41467-FA5B-4263-96CC-340A4C7A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1FC0B-A676-4248-A9E6-9F0B1208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8:00–8:40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8CAD2-57BF-4F9D-BCB7-4D1A6CCB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Check in + find your pathway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496FB-5948-440E-B7F6-991229BE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First year: Creative Robotics, team of two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Second year: Wearable Technology, individual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Third year: confirmed pathway choice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0544babc5431d"/>
          <a:srcRect xmlns:a="http://schemas.openxmlformats.org/drawingml/2006/main" l="18077" t="0" r="18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742950"/>
            <a:ext cx="4743450" cy="4953000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0C1E8-0068-4894-B41D-38AB3159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99C97-B34E-4A3A-89FE-20B85794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Everyone knows today’s pathway and finish 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39B4D-E286-45B6-8694-04776A5A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D6A57-EF76-4722-A3CD-9280A9BE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5F373-AABD-4A81-8D11-4588C0F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678D0-23EE-44D0-95A4-C2554ACC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46625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62AE7-B961-4B50-BB8C-CC6E83DC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A0000-0E39-40B0-95DB-8975AB23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BA3C7-D897-45C0-944A-2AF9792B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A21D0-086A-4F81-B0E3-A5824F43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8:40–9:38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95CAA-B88E-4871-8431-08C4AC7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Imagine three different futures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AF4A6-2AA5-4ACA-9569-B61598E1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D986B-3942-4045-9D3B-BA4480B9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64090-718A-4187-B251-51E201DA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a person, community, or need.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Create three meaningfully different ideas.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Change the purpose, interaction, or form—not just the colors.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Circle the idea you most want to explore.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692A6-64EF-4634-B615-293D7ED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82DBF-DB78-4760-9FF0-8EC0BEFE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F7943-108E-400B-BA46-02E1ABB9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Three visible ideas—not one idea drawn three ways.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DBCC3-5F2B-40F8-B2EA-9E04C45B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7E2C0-B3A1-4414-8755-E76FCBC5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Start with the future user or need before the gadget.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28652-67A0-465A-93EC-463A556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CDD94-78D2-413B-883A-3783E916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81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1D0BE-DC4F-467F-843B-54F3480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45EDF-AA7E-4813-A502-72676D07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162138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9AA50-4F01-422A-A04E-7DB007AF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FBF08-322C-4746-8768-F824A842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9898D-6E93-47D5-952F-1FA49D72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58245-48AB-417B-A723-0DC48E56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9:38–9:51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BD6D0-4DBC-47E2-95EE-A0F5C682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Snack + find your starting station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14A50-CEAF-4604-91C2-3E2B96A2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09CFB-D230-48B6-A306-A647ECBA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DE52C-E466-4FDA-B3E4-D1626E01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At 9:48, check the posted route.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Wearables: find W1, W2, W3, or W4.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Robotics: go to your numbered kit table.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Choose the first Driver and Navigator.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Hands off until a mentor releases the station.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293B6-4A01-4748-AAC2-27C99675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006A1-5742-419E-89E1-6E132B26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4A0F5-45A0-4D15-B174-90AF2FE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Everyone is in the correct safe starting position by 9:51.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57C5D-6FAF-4C9F-BC18-642E8AC6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F08E8-E568-45D9-AD98-EE15D98D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Carry only your iPad/evidence card and named stamp bag.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59259-756B-4C1A-A8EE-636C1732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E343E-38D0-4EEF-9732-E62F717B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22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5B58A-F5C8-4CF7-A5DD-C8E6AC00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DBAFD-DB4D-468C-BF90-898EA0AB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990247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EF6300-E53E-4A64-A2B6-9D6B2FE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8D504-A0AE-4D03-8C14-B04786EF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7C3FB-DEBE-407E-8050-0C380BEA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B0482-6868-4FA7-8271-4D3228BF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Pathway technology tour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60499-E8D1-4FF1-8760-B7223C41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Wearables move clockwise. Robotics remains with its numbered kit and switches roles.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8F23A-D630-4965-965F-F07B882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1621A-3CB2-498B-8A00-7B50ABA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C0B9-4BF3-4EA4-8F94-BF7CAE26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9:51–10:16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894CA-9F27-4850-B09D-B98D12F0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Round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975A5-A791-4EE0-86E3-D979386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Start the core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48244-4634-4A97-878D-7809574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8869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31B32-9887-4A65-9214-DC2D5F30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5069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10:16–10:19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47E3C-C4E3-4A92-90C2-96752DB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5069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STOP → MAKE SAFE → ACCOUNT → MOVE / SWITCH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93AC6-3599-46CA-846B-AC4FB46A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5069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Transition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8886E-DA91-442A-9549-7910C565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0838"/>
            <a:ext cx="112776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E9578-1750-4A16-8959-1CAA0840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0838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BAE3A-9E23-401C-93F0-3AD2A1FD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7038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10:19–10:44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228BD-F1F3-4E43-8A4B-6C3C21F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67038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Round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AF6A6-5002-4C82-952E-46FCB216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67038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Change active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8B716-1BB5-4EA9-AE76-F62444B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2806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B4E8E-798A-4EFD-8D98-6079B1BC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9006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10:44–10:47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CD073-67B3-474E-945E-6BBD9C88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79006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STOP → MAKE SAFE → ACCOUNT → MOVE / SWITCH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FC2D8-4734-47A3-AD9E-1192BF14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79006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Transition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2244A-3569-4E86-AC5E-CA009855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2776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DEB23-D080-4C10-A4A0-FAC3901C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BA8B6-57A9-4173-A7CC-FDD384F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10:47–11:12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3715B-5F36-4584-A5B9-8C824598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90975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Round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FDDE28-B70A-4979-A108-2EAAE48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90975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Save evidence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A4433-AFB2-4DA9-A6EF-FF75AD55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6744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B4E25-1E86-444C-84EE-93BE5C6E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2944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11:12–11:15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D2A8E2-A590-457F-BCB1-B8197234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02944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STOP → MAKE SAFE → ACCOUNT → MOVE / SWITCH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82BA2E-0088-44EF-9DE0-D9CB82C3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02944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Transition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D699A-6E4B-4B01-B4EB-4A498E2E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8713"/>
            <a:ext cx="112776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5ED541-248F-43F3-B473-B88AD7E6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8713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85F4D5-86E1-4D7B-AA75-9DE61F0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4913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11:15–11:40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D77850-DFE2-4B4D-9775-3D778C43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14913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Round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0C8CD8-E2B1-436A-9E80-EEDB0ACC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14913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Complete capability check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EEFD84-44E4-44F3-8541-F0C7E902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0681"/>
            <a:ext cx="762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60E8E9-5740-4D75-BD28-D5AC9BA5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6881"/>
            <a:ext cx="18097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11:40–11:45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33F7CB-F643-4454-99B6-A42FB746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26881"/>
            <a:ext cx="590550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Evidence, bagging, final count, shutdown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BB96FC-3271-4FC7-ADE1-F14D98F2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26881"/>
            <a:ext cx="2762250" cy="378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Mentor reports status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2D09BF-53A8-4D25-9E81-76060E24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Missing needle, powered system, or uncounted kit = transition stops.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2F0D4C-EA63-4A7C-9282-AC7562D7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3C5027-0BE6-42FC-9F8A-E6B092C3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63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CA689E-CEC4-4303-AE0E-9D1C4C35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049E7E-61D2-4B83-AA8D-BB48AB48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677769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A5B1B-DFBD-4A62-92CC-CE4F972D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2C41E-5944-4B6B-8882-27F79109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310E5-65AD-48BB-BC10-0BF3696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5CF91-4A73-4E40-9D52-C0681EA4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Four capability checks—one pathway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36D85-1EEC-4827-B045-023252C3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524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30A93-AC0D-4CD3-9750-3715C92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WEARABLE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249A3-D6CC-4855-AF15-8C8965B5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991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1. Future Stamp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2. LED + conductive-thread Circuit Lab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3. micro:bit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4. NeoPixel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96DC6-66BB-465A-91F1-81A4756A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Four evidence items saved; every needle returned separately.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20924-D982-41C4-B214-9F62EE4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5524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DA22B-7D1E-41BD-B7F7-407F7A03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CREATIVE ROBOTICS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31853-6EED-4EB4-82CE-8BE26117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991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1. Controller + safe start/reset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2. Read one input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3. Test two outputs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4. Input → decision → two outputs →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39E48-29B7-4906-ACAE-07B6B72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Four evidence boxes complete; both partners named.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42BD4-626D-4555-80F5-4862E247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0C43F-405C-4B87-BD3A-65E0177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04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2D262-1A6A-463D-8634-45D5DF62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197E3-E281-4C23-9A6E-6AEB1CA1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343388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018B8-0655-4325-B189-1269792F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EC50A-1321-4A9A-A0EC-9F36D7C0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1451B-0C0F-47DA-8561-D080FA10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850BF-8EF1-441B-BF42-7319D19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11:45–12:59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9586D-AD91-4565-9266-3DB46557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Share one discovery + reset for lunch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95C99-0AAC-4D24-A532-868334A8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F3D15-95DC-420B-B49F-4570FF6C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75FAD-FD6A-4C93-8C91-ED4381F9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Show one discovery that changed your thinking.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Confirm four pathway evidence items are saved.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Wearables: return every needle separately.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Robotics: SAFE RESET, disconnect, power off, count kit.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Open the proposal guide before lunch.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F2D9E-7541-4D86-9DF9-55BA3BB9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CF08C-7233-47C3-82A5-10AAD72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57171-637C-4FBC-9C80-5B71483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All materials are accounted for before lunch begins at 12:29.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BC5E2-F63D-429A-B582-5907F04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E2674-01BC-4D81-8C33-2DD9CF0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Lunch: 12:29–12:59.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368D9-3A7C-46A8-AAD7-F55228F2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BADC4-F961-4805-99FE-0C6516E8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45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948D1-0C1E-48EF-B80C-605C422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886D2-CB8B-451B-9A07-1E071233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401985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693FB-6F00-4E93-870A-00D3A75C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CF756-DD4C-4D27-8A1F-71C7CBD1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7389F-6F46-437C-A616-BB5A6EAA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D1325-9CC2-49FB-874B-374E7F58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12:59–2:05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4ABC-F218-4648-88C0-21A6837E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Turn the idea into a buildable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5D0E5-CF43-4D24-8B30-3FAC2B9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FC0E0-4862-46B2-AA6E-DE8005D8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418D0-2039-40E3-B7F4-48776926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Show the future user + need.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Include three ideas + selected concept.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Label build views and technology behavior.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materials, safety, and repair access.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Write the first prototype question.</a:t>
            </a:r>
          </a:p>
          <a:p xmlns:a="http://schemas.openxmlformats.org/drawingml/2006/main">
            <a:pPr algn="l">
              <a:defRPr sz="18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Explain the complete plan to a peer.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E2231-9BB1-4F67-A589-1A60CE27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AA70B-1D39-4C20-8DDA-49E6D19B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7BA19-776A-42C4-9E96-D17AC1DE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Another builder can point to what it does, how it works, and what must be tested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9EE92-598B-4827-8BC7-17D38FE7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2A2B9-0F96-456B-BE9A-1739F1F6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Wearables: shirt + hat. Robotics: input → decision → two outputs → reset.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4DD74-3D71-40E0-80CB-CA5E6033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2E557-E211-49FB-BD07-32AC915A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58BE0-62DF-4F37-B25C-CF5DCD92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8E176-EB18-4F12-A27B-7FED4F27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6159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B109B-F5D7-4F77-ADE3-CBECC1B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E5719-916B-4C35-8B5E-795D6412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09FA-B589-41FF-BE21-EFCEF037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SEP 14  •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9AB72-7059-4F1B-8920-5AA90D78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2:05–2:41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4CD8D-8E1E-4758-BC3C-2282D169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Mentor decision + safe exit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11F1F-04EF-4578-9D09-304B6CC9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D31FA-651A-48C9-BC76-BD1B73F7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02047-EE40-405B-ADBE-F63719CC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APPROVED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59EF9-3C06-4100-A186-80992D39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Plan is understandable, feasible, and ready for October deliverables.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54886-B466-402E-BFE2-8FBE195E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C53A4-16E3-4235-93AA-CAFC10FF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302A9-2BC9-4360-8FDB-B8240D00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APPROVED WITH 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690B8-A0F9-4B16-95EC-5CED2368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Move forward after the named small correction.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58776-0CA0-4A73-ABCF-D23A7A2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8C007-7C3F-4B14-997C-FFE87443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05051-36BE-4CCC-9D6B-DD5E3163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REVISE + 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EAF29-BCA1-4068-B414-7A576CB1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Complete the exact revision and return for another decision.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8E4F8-636F-4214-9227-7298220C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512DC-6348-4C92-8FD8-C977255C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8F4B8-E00C-42E4-948C-687B7AEC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TECH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60BF1-AE54-4C5B-8AC7-742B1B1D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A safety, power, motion, or feasibility question needs the technical lead.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29271-4758-4CD7-9425-71405480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Save Checkpoint 1 or the exact revision plan. Clean, label, and leave one November prototype question.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FDFC2-443B-4A79-B0AF-095605B1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9A078-BA30-4104-8845-733BBB97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AC2A0-6FF0-440A-9EBD-95FF501A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Imagine → Explore → Propose → Mentor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9BE7F-36A2-4AC5-BAD5-DCEAC50E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990921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2026-08-28T12:51:40.9410000Z</dcterms:created>
  <dcterms:modified xsi:type="dcterms:W3CDTF">2026-08-28T12:51:40.9420000Z</dcterms:modified>
</coreProperties>
</file>