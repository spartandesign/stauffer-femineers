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aff36d26b74360" /><Relationship Type="http://schemas.openxmlformats.org/officeDocument/2006/relationships/extended-properties" Target="/docProps/app.xml" Id="R1a34cd1fa1244768" /><Relationship Type="http://schemas.openxmlformats.org/officeDocument/2006/relationships/officeDocument" Target="/ppt/presentation.xml" Id="R64107394200646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c8ad2a653e4499"/>
  </p:sldMasterIdLst>
  <p:notesMasterIdLst>
    <p:notesMasterId xmlns:r="http://schemas.openxmlformats.org/officeDocument/2006/relationships" r:id="R57aedc02c67c4bdb"/>
  </p:notesMasterIdLst>
  <p:sldIdLst>
    <p:sldId xmlns:r="http://schemas.openxmlformats.org/officeDocument/2006/relationships" id="256" r:id="R0b67a137207240f8"/>
    <p:sldId xmlns:r="http://schemas.openxmlformats.org/officeDocument/2006/relationships" id="257" r:id="R7507efdf5d524ba5"/>
    <p:sldId xmlns:r="http://schemas.openxmlformats.org/officeDocument/2006/relationships" id="258" r:id="R8587ecec63864a35"/>
    <p:sldId xmlns:r="http://schemas.openxmlformats.org/officeDocument/2006/relationships" id="259" r:id="R5a6ff6dacda547b3"/>
    <p:sldId xmlns:r="http://schemas.openxmlformats.org/officeDocument/2006/relationships" id="260" r:id="R772cb2c8e46e48f6"/>
    <p:sldId xmlns:r="http://schemas.openxmlformats.org/officeDocument/2006/relationships" id="261" r:id="R4078e8c8bb4c45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49fa54fe8c44d7" /><Relationship Type="http://schemas.openxmlformats.org/officeDocument/2006/relationships/slideMaster" Target="/ppt/slideMasters/slideMaster1.xml" Id="R28c8ad2a653e4499" /><Relationship Type="http://schemas.openxmlformats.org/officeDocument/2006/relationships/notesMaster" Target="/ppt/notesMasters/notesMaster1.xml" Id="R57aedc02c67c4bdb" /><Relationship Type="http://schemas.openxmlformats.org/officeDocument/2006/relationships/presProps" Target="/ppt/presProps.xml" Id="Rd9e378f7d47841b6" /><Relationship Type="http://schemas.openxmlformats.org/officeDocument/2006/relationships/tableStyles" Target="/ppt/tableStyles.xml" Id="Rd79510d849724aa1" /><Relationship Type="http://schemas.openxmlformats.org/officeDocument/2006/relationships/slide" Target="/ppt/slides/slide1.xml" Id="R0b67a137207240f8" /><Relationship Type="http://schemas.openxmlformats.org/officeDocument/2006/relationships/slide" Target="/ppt/slides/slide2.xml" Id="R7507efdf5d524ba5" /><Relationship Type="http://schemas.openxmlformats.org/officeDocument/2006/relationships/slide" Target="/ppt/slides/slide3.xml" Id="R8587ecec63864a35" /><Relationship Type="http://schemas.openxmlformats.org/officeDocument/2006/relationships/slide" Target="/ppt/slides/slide4.xml" Id="R5a6ff6dacda547b3" /><Relationship Type="http://schemas.openxmlformats.org/officeDocument/2006/relationships/slide" Target="/ppt/slides/slide5.xml" Id="R772cb2c8e46e48f6" /><Relationship Type="http://schemas.openxmlformats.org/officeDocument/2006/relationships/slide" Target="/ppt/slides/slide6.xml" Id="R4078e8c8bb4c45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e317371b3747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309018973a42d9" /><Relationship Type="http://schemas.openxmlformats.org/officeDocument/2006/relationships/notesMaster" Target="/ppt/notesMasters/notesMaster1.xml" Id="R1f649772822846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636c4dfcff465c" /><Relationship Type="http://schemas.openxmlformats.org/officeDocument/2006/relationships/notesMaster" Target="/ppt/notesMasters/notesMaster1.xml" Id="R35ac26e8377c42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21515762fe4456" /><Relationship Type="http://schemas.openxmlformats.org/officeDocument/2006/relationships/notesMaster" Target="/ppt/notesMasters/notesMaster1.xml" Id="R6c08feb4f9aa4b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f8fe317b5e49c2" /><Relationship Type="http://schemas.openxmlformats.org/officeDocument/2006/relationships/notesMaster" Target="/ppt/notesMasters/notesMaster1.xml" Id="Rc4e62ceb11e341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67ac34fd074b48" /><Relationship Type="http://schemas.openxmlformats.org/officeDocument/2006/relationships/notesMaster" Target="/ppt/notesMasters/notesMaster1.xml" Id="R952d4996b2e540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b33755051344ab" /><Relationship Type="http://schemas.openxmlformats.org/officeDocument/2006/relationships/notesMaster" Target="/ppt/notesMasters/notesMaster1.xml" Id="Rd43f05fd2b6f4d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12:29–12:34</a:t>
            </a:r>
          </a:p>
          <a:p xmlns:a="http://schemas.openxmlformats.org/drawingml/2006/main">
            <a:r>
              <a:t>MENTOR CUE: No project retrieval or construction. Keep lunch tracker page 3 on the shared clipboard and verify evidence access before demonstrations.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C:\Users\trira\OneDrive\Documents\Femineers\lunch-checkpoints.html#january</a:t>
            </a:r>
          </a:p>
          <a:p xmlns:a="http://schemas.openxmlformats.org/drawingml/2006/main">
            <a:r>
              <a:t>- C:\Users\trira\OneDrive\Documents\Femineers\mentor-lesson-plans.html#day-5</a:t>
            </a:r>
          </a:p>
          <a:p xmlns:a="http://schemas.openxmlformats.org/drawingml/2006/main">
            <a:r>
              <a:t>- C:\Users\trira\OneDrive\Documents\Femineers\phase-5-integrate.html</a:t>
            </a:r>
          </a:p>
          <a:p xmlns:a="http://schemas.openxmlformats.org/drawingml/2006/main">
            <a:r>
              <a:t>- C:\Users\trira\OneDrive\Documents\Femineers\mentor-print-center.html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12:34–12:44</a:t>
            </a:r>
          </a:p>
          <a:p xmlns:a="http://schemas.openxmlformats.org/drawingml/2006/main">
            <a:r>
              <a:t>MENTOR CUE: Keep each student/team to one minute. Listen for a real test result and a specific request rather than a general feeling about readiness.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C:\Users\trira\OneDrive\Documents\Femineers\lunch-checkpoints.html#january</a:t>
            </a:r>
          </a:p>
          <a:p xmlns:a="http://schemas.openxmlformats.org/drawingml/2006/main">
            <a:r>
              <a:t>- C:\Users\trira\OneDrive\Documents\Femineers\mentor-lesson-plans.html#day-5</a:t>
            </a:r>
          </a:p>
          <a:p xmlns:a="http://schemas.openxmlformats.org/drawingml/2006/main">
            <a:r>
              <a:t>- C:\Users\trira\OneDrive\Documents\Femineers\phase-5-integrate.html</a:t>
            </a:r>
          </a:p>
          <a:p xmlns:a="http://schemas.openxmlformats.org/drawingml/2006/main">
            <a:r>
              <a:t>- C:\Users\trira\OneDrive\Documents\Femineers\mentor-print-center.html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12:44–12:49</a:t>
            </a:r>
          </a:p>
          <a:p xmlns:a="http://schemas.openxmlformats.org/drawingml/2006/main">
            <a:r>
              <a:t>MENTOR CUE: Assign the lane from current photos, test records, code identity, and materials condition. Confirm who owns the first action.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C:\Users\trira\OneDrive\Documents\Femineers\lunch-checkpoints.html#january</a:t>
            </a:r>
          </a:p>
          <a:p xmlns:a="http://schemas.openxmlformats.org/drawingml/2006/main">
            <a:r>
              <a:t>- C:\Users\trira\OneDrive\Documents\Femineers\mentor-lesson-plans.html#day-5</a:t>
            </a:r>
          </a:p>
          <a:p xmlns:a="http://schemas.openxmlformats.org/drawingml/2006/main">
            <a:r>
              <a:t>- C:\Users\trira\OneDrive\Documents\Femineers\phase-5-integrate.html</a:t>
            </a:r>
          </a:p>
          <a:p xmlns:a="http://schemas.openxmlformats.org/drawingml/2006/main">
            <a:r>
              <a:t>- C:\Users\trira\OneDrive\Documents\Femineers\mentor-print-center.html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12:49–12:54</a:t>
            </a:r>
          </a:p>
          <a:p xmlns:a="http://schemas.openxmlformats.org/drawingml/2006/main">
            <a:r>
              <a:t>MENTOR CUE: Replace vague language with a specific part, action, and finish condition. Keep the priority list realistic for one workday.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C:\Users\trira\OneDrive\Documents\Femineers\lunch-checkpoints.html#january</a:t>
            </a:r>
          </a:p>
          <a:p xmlns:a="http://schemas.openxmlformats.org/drawingml/2006/main">
            <a:r>
              <a:t>- C:\Users\trira\OneDrive\Documents\Femineers\mentor-lesson-plans.html#day-5</a:t>
            </a:r>
          </a:p>
          <a:p xmlns:a="http://schemas.openxmlformats.org/drawingml/2006/main">
            <a:r>
              <a:t>- C:\Users\trira\OneDrive\Documents\Femineers\phase-5-integrate.html</a:t>
            </a:r>
          </a:p>
          <a:p xmlns:a="http://schemas.openxmlformats.org/drawingml/2006/main">
            <a:r>
              <a:t>- C:\Users\trira\OneDrive\Documents\Femineers\mentor-print-center.html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12:54–12:57</a:t>
            </a:r>
          </a:p>
          <a:p xmlns:a="http://schemas.openxmlformats.org/drawingml/2006/main">
            <a:r>
              <a:t>MENTOR CUE: Confirm the needed material or repair will be available. Correct any stop condition that is missing or too late.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C:\Users\trira\OneDrive\Documents\Femineers\lunch-checkpoints.html#january</a:t>
            </a:r>
          </a:p>
          <a:p xmlns:a="http://schemas.openxmlformats.org/drawingml/2006/main">
            <a:r>
              <a:t>- C:\Users\trira\OneDrive\Documents\Femineers\mentor-lesson-plans.html#day-5</a:t>
            </a:r>
          </a:p>
          <a:p xmlns:a="http://schemas.openxmlformats.org/drawingml/2006/main">
            <a:r>
              <a:t>- C:\Users\trira\OneDrive\Documents\Femineers\phase-5-integrate.html</a:t>
            </a:r>
          </a:p>
          <a:p xmlns:a="http://schemas.openxmlformats.org/drawingml/2006/main">
            <a:r>
              <a:t>- C:\Users\trira\OneDrive\Documents\Femineers\mentor-print-center.html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12:57–12:59</a:t>
            </a:r>
          </a:p>
          <a:p xmlns:a="http://schemas.openxmlformats.org/drawingml/2006/main">
            <a:r>
              <a:t>MENTOR CUE: Record the status on the shared tracker. Students leave with clarity, not an additional assignment.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C:\Users\trira\OneDrive\Documents\Femineers\lunch-checkpoints.html#january</a:t>
            </a:r>
          </a:p>
          <a:p xmlns:a="http://schemas.openxmlformats.org/drawingml/2006/main">
            <a:r>
              <a:t>- C:\Users\trira\OneDrive\Documents\Femineers\mentor-lesson-plans.html#day-5</a:t>
            </a:r>
          </a:p>
          <a:p xmlns:a="http://schemas.openxmlformats.org/drawingml/2006/main">
            <a:r>
              <a:t>- C:\Users\trira\OneDrive\Documents\Femineers\phase-5-integrate.html</a:t>
            </a:r>
          </a:p>
          <a:p xmlns:a="http://schemas.openxmlformats.org/drawingml/2006/main">
            <a:r>
              <a:t>- C:\Users\trira\OneDrive\Documents\Femineers\mentor-print-center.html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b47fea66624e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2b82593fef423f" /><Relationship Type="http://schemas.openxmlformats.org/officeDocument/2006/relationships/slideLayout" Target="/ppt/slideLayouts/slideLayout1.xml" Id="R18b58c8b919a42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b58c8b919a42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354e15c5c4e9d" /><Relationship Type="http://schemas.openxmlformats.org/officeDocument/2006/relationships/image" Target="/ppt/media/image.png" Id="R6c4bdca9794f4a7e" /><Relationship Type="http://schemas.openxmlformats.org/officeDocument/2006/relationships/notesSlide" Target="/ppt/notesSlides/notesSlide1.xml" Id="Rd631382acf2c45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3e9fe2fc3448cb" /><Relationship Type="http://schemas.openxmlformats.org/officeDocument/2006/relationships/notesSlide" Target="/ppt/notesSlides/notesSlide2.xml" Id="R6a5fa37032844b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3aa5cb9051444a" /><Relationship Type="http://schemas.openxmlformats.org/officeDocument/2006/relationships/notesSlide" Target="/ppt/notesSlides/notesSlide3.xml" Id="R0c4a2060e28f4d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bda95814f84208" /><Relationship Type="http://schemas.openxmlformats.org/officeDocument/2006/relationships/notesSlide" Target="/ppt/notesSlides/notesSlide4.xml" Id="Re70908274b9e4e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c6fbebe5e84dc6" /><Relationship Type="http://schemas.openxmlformats.org/officeDocument/2006/relationships/notesSlide" Target="/ppt/notesSlides/notesSlide5.xml" Id="R5c0432496d6544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5752a28c814cee" /><Relationship Type="http://schemas.openxmlformats.org/officeDocument/2006/relationships/notesSlide" Target="/ppt/notesSlides/notesSlide6.xml" Id="R1e50c46188e849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EFA495-DC78-4A02-BD48-75D96D5D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627B8A-3302-4D02-BC62-EF1C6AE7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BA49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2BA49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CEF6B7-C286-4182-951E-74E9EFB7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JAN 13  •  1/6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B39EDA-7633-41AC-9028-84D74157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BA4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BA49"/>
                </a:solidFill>
                <a:latin typeface="Aptos"/>
                <a:ea typeface="Aptos"/>
                <a:cs typeface="Aptos"/>
              </a:rPr>
              <a:t>ALL-PROGRAM LUNCH CHECKPOINT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77423E-34A4-4D2B-AB42-F58F8C0C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Restart Ready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660ECC-1E91-47A4-A662-853272DF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Wednesday, January 13, 2027  •  12:29–12:59 p.m.  •  Room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4ECC5E-4D09-4C66-BDBF-D9C5AE2A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6000750" cy="2400300"/>
          </a:xfrm>
          <a:prstGeom xmlns:a="http://schemas.openxmlformats.org/drawingml/2006/main" prst="roundRect">
            <a:avLst>
              <a:gd name="adj" fmla="val 873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884913-0CC6-4232-BA92-283147CC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2095500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38100" rIns="114300" bIns="38100" anchor="ctr">
            <a:normAutofit fontScale="78568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12:29–12:34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3187CA-D976-43CC-8811-AC18B222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5391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Eat. Open. Locate.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8C907C-125E-4344-B020-F6D819DC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5391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Current project photo</a:t>
            </a:r>
          </a:p>
          <a:p xmlns:a="http://schemas.openxmlformats.org/drawingml/2006/main">
            <a:pPr algn="l">
              <a:defRPr sz="1500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Last trustworthy test</a:t>
            </a:r>
          </a:p>
          <a:p xmlns:a="http://schemas.openxmlformats.org/drawingml/2006/main">
            <a:pPr algn="l">
              <a:defRPr sz="1500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Code filename</a:t>
            </a:r>
          </a:p>
          <a:p xmlns:a="http://schemas.openxmlformats.org/drawingml/2006/main">
            <a:pPr algn="l">
              <a:defRPr sz="1500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Materials/repair list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4bdca9794f4a7e"/>
          <a:stretch xmlns:a="http://schemas.openxmlformats.org/drawingml/2006/main"/>
        </p:blipFill>
        <p:spPr>
          <a:xfrm xmlns:a="http://schemas.openxmlformats.org/drawingml/2006/main">
            <a:off x="6991350" y="1884645"/>
            <a:ext cx="4743450" cy="2669609"/>
          </a:xfrm>
          <a:prstGeom xmlns:a="http://schemas.openxmlformats.org/drawingml/2006/main" prst="roundRect">
            <a:avLst>
              <a:gd name="adj" fmla="val 3213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337C85-DF6E-47F2-9D7E-B7F569F9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695950"/>
            <a:ext cx="4743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223BE8-B30D-4815-B0CD-72D12DAA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781675"/>
            <a:ext cx="432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Use existing evidence. Projects and tools stay stored.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545526-D161-432E-BCCC-ED711729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BB73D1-C12D-46BF-BABE-7A64D027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87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993182-FD0D-4E16-B8BB-8D523D5D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Evidence • Starting lane • Three priorities • First five minutes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2293E1-CF59-4A85-9FAE-4DD153CA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14162603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5D1C48-4F69-4EE6-8E30-953D540D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67D202-3CFB-4F74-9BED-078396B3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BA49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2BA49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7DD09C-A902-459B-92CF-A6E7CE3E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JAN 13  •  2/6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1FAE01-00EE-4838-B635-441E6FD2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23812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47625" rIns="1143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12:34–12:44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B8F934-4961-4264-9A91-82A60524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7429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Your 60-second restart story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DB29C0-C6DB-4FA2-9206-024F8F10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7391400" cy="4133850"/>
          </a:xfrm>
          <a:prstGeom xmlns:a="http://schemas.openxmlformats.org/drawingml/2006/main" prst="roundRect">
            <a:avLst>
              <a:gd name="adj" fmla="val 41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B0E412-63C6-4A9A-8E2A-33437C81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BA4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2BA49"/>
                </a:solidFill>
                <a:latin typeface="Aptos"/>
                <a:ea typeface="Aptos"/>
                <a:cs typeface="Aptos"/>
              </a:rPr>
              <a:t>DO THIS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3D3328-3F7C-4944-ADA4-361CD4AD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68580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Where did your project stop?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What did the last test reveal?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What will you do first on January 25?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What exact help or material do you need?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Robotics partners explain different parts.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7D98D2-3732-4B70-80E1-91646A8B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19250"/>
            <a:ext cx="3619500" cy="413385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9FF220-4A0E-4D4A-A043-74703BC1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BA4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2BA49"/>
                </a:solidFill>
                <a:latin typeface="Aptos"/>
                <a:ea typeface="Aptos"/>
                <a:cs typeface="Aptos"/>
              </a:rPr>
              <a:t>FINISH 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AFE42B-6A43-4C37-9F07-E3D049E3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086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Every project tells a complete restart story in one minute.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24651D-5057-448D-BA72-748FF534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50F672-4BDD-4F21-842E-FF2E0D66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29150"/>
            <a:ext cx="3086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Simultaneous table demonstrations protect the clock.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C34699-612C-414E-B2D3-BD9B1752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7146EC-C7D1-496F-942D-9CB8DCDC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75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DEC3A1-A6F3-497D-AAFD-B90CE6BB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Evidence • Starting lane • Three priorities • First five minutes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E61C63-E875-4BBE-A243-B9788BA7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8312204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1E6CB6-2047-40AC-BF79-C763B103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958D61-033F-4250-8D8D-940E988D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BA49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2BA49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673A22-A8A7-4BBD-B7EE-3405C9B9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JAN 13  •  3/6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AE5CC8-4E47-4620-A227-6442085C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23812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47625" rIns="1143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12:44–12:49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CB1FF9-A000-4797-BB4D-84E420DF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7429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Choose the January 25 starting lane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A78A76-BFF8-408D-822A-F97E47C3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3644900" cy="346710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E7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93D518-E9F6-4946-9D4F-612C4B5A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3644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D41AD9-5126-4095-9C01-C46697D9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3225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E8B5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E8B57"/>
                </a:solidFill>
                <a:latin typeface="Aptos Display"/>
                <a:ea typeface="Aptos Display"/>
                <a:cs typeface="Aptos Display"/>
              </a:rPr>
              <a:t>READY TO INTEGRATE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0DE7C4-AD47-41A6-B68D-79E1F6AD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2258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Parts, code, and a safe first action are ready.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C40964-F1BF-4F2C-9D4A-4994D5F3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1847850"/>
            <a:ext cx="3644900" cy="346710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4E7A4A-27E9-4843-A0E2-22DDF8AB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1847850"/>
            <a:ext cx="3644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F833DF-6ED8-4217-9B03-E9EF51F9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2209800"/>
            <a:ext cx="3225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2BA49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2BA49"/>
                </a:solidFill>
                <a:latin typeface="Aptos Display"/>
                <a:ea typeface="Aptos Display"/>
                <a:cs typeface="Aptos Display"/>
              </a:rPr>
              <a:t>REPAIR FIRST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CB9DFE-3E0D-47F5-A09C-DE52B125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3048000"/>
            <a:ext cx="32258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One named repair must pass before integration.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DD74AD-5131-4653-A340-BC160D07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1847850"/>
            <a:ext cx="3644900" cy="346710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FD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E579F7-BB89-494F-BDCB-315B7372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1847850"/>
            <a:ext cx="3644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294A90-9A4E-47E2-B7F3-7291EE6D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2209800"/>
            <a:ext cx="3225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43D4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C43D4C"/>
                </a:solidFill>
                <a:latin typeface="Aptos Display"/>
                <a:ea typeface="Aptos Display"/>
                <a:cs typeface="Aptos Display"/>
              </a:rPr>
              <a:t>MENTOR HOLD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0D73CC-190F-467F-B860-984116AA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3048000"/>
            <a:ext cx="32258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Unsafe, unknown, damaged, or missing stays off.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DDA13B-DB31-42A1-9875-E60914BB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1277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Starting lanes come from evidence—not confidence or appearance.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9F958A-42C3-4F2D-A8C0-C83539DB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A59E8E-D0C8-4056-A521-C1CE0EFA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5638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766164-BF3D-425F-BA7C-9CC3DEC0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Evidence • Starting lane • Three priorities • First five minutes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A6849F-6E6A-4156-9072-CF2DD2DA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2364899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B72834-274F-4F3C-8601-F38F38C2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808CFC-EBF8-4C99-9D8D-FC379B8D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BA49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2BA49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3C512B-DC1C-4782-B140-669A48F5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JAN 13  •  4/6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E96656-082C-4DEF-924E-3F9DA860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23812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47625" rIns="1143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12:49–12:54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30AC86-FA75-49FC-992E-65ECFAFC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7429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Rank three January priorities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30D8C9-BA72-4670-B4FF-6559C6DE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7391400" cy="4133850"/>
          </a:xfrm>
          <a:prstGeom xmlns:a="http://schemas.openxmlformats.org/drawingml/2006/main" prst="roundRect">
            <a:avLst>
              <a:gd name="adj" fmla="val 41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D768A9-6F89-4EBB-80FD-DC61577D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BA4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2BA49"/>
                </a:solidFill>
                <a:latin typeface="Aptos"/>
                <a:ea typeface="Aptos"/>
                <a:cs typeface="Aptos"/>
              </a:rPr>
              <a:t>DO THIS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BE0F4F-037D-402C-AACC-24E1139D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68580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1. Restore or repair _____.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2. Add the next system layer _____.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3. Run the complete test _____.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Begin every priority with a verb.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5A091C-1D43-4CB8-A39C-A0AD11D1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19250"/>
            <a:ext cx="3619500" cy="413385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2A167B-5423-4BE7-9AA2-873E8FDE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BA4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2BA49"/>
                </a:solidFill>
                <a:latin typeface="Aptos"/>
                <a:ea typeface="Aptos"/>
                <a:cs typeface="Aptos"/>
              </a:rPr>
              <a:t>FINISH 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0EF764-14E2-44FC-8666-372CF154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086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Three sequenced tasks—not ‘finish hat’ or ‘work on robot.’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CD2D72-4076-4EE1-8D43-5DD16C86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D77F76-206C-4AD4-B222-D3384A92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29150"/>
            <a:ext cx="3086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Each priority names a part, action, and observable result.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EB846D-A0D8-4DA5-B8F3-42E5498E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36483B-BC4D-4A69-83D3-D7629243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518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7FDC8E-EA58-4E21-B2A3-27E647AA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Evidence • Starting lane • Three priorities • First five minutes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8A657C-BD18-4FBD-B0B6-C1B02A65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19001166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275F7F-A8FB-4E4F-9F25-EBCEB9F6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405962-9B52-4D2D-93F9-FE89384D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BA49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2BA49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01FAB2-FCB7-4BF9-A813-09395717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JAN 13  •  5/6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F9BCCA-7CCC-4A82-91DE-8BCF41F2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23812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47625" rIns="1143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12:54–12:57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BEFB61-00E6-4EA5-B202-5D143CF3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7429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Record the first five minutes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34E3AD-15CD-4D64-8613-8639A380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7391400" cy="4133850"/>
          </a:xfrm>
          <a:prstGeom xmlns:a="http://schemas.openxmlformats.org/drawingml/2006/main" prst="roundRect">
            <a:avLst>
              <a:gd name="adj" fmla="val 41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1B6831-FD4D-4AF9-B52E-74289F86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BA4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2BA49"/>
                </a:solidFill>
                <a:latin typeface="Aptos"/>
                <a:ea typeface="Aptos"/>
                <a:cs typeface="Aptos"/>
              </a:rPr>
              <a:t>DO THIS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910186-4CF4-471D-BEBA-89FB29E6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68580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JAN. 25 START: I/we will _____.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Using _____.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Good enough means _____.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STOP AND ASK if _____.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F53D17-6B08-4392-9400-3A9E2261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19250"/>
            <a:ext cx="3619500" cy="413385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150C21-75E2-42C5-87BA-8F7F965A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BA4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2BA49"/>
                </a:solidFill>
                <a:latin typeface="Aptos"/>
                <a:ea typeface="Aptos"/>
                <a:cs typeface="Aptos"/>
              </a:rPr>
              <a:t>FINISH 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017F05-9D31-4699-B280-C9B8B893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086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The required item can be staged and the stop condition is safe.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2849CA-B095-449C-92C3-6712334D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0982C5-D99A-45BA-A703-BFE734D6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29150"/>
            <a:ext cx="3086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Protect power, motion, comfort, and unknown parts.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F6FD24-A6B9-4B5F-A9E7-D078DE86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9CBE1C-2719-4069-8F6A-35D55099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39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2771DF-7F6E-4A84-B110-A35C69A4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Evidence • Starting lane • Three priorities • First five minutes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63EC09-11D7-4EDA-B03F-F8BF5B97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8254107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279641-9996-41E9-A290-7D959B21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B73146-9279-4700-A641-3EE075D8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BA49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2BA49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2AC42-FC5E-458A-A3AB-BBD640E9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JAN 13  •  6/6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AEB3FA-186C-4B0B-B0A8-9C858CF2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23812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47625" rIns="1143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12:57–12:59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DA711-4944-4BFF-9915-F44E975B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7429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Ready to restart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EC5F88-EF66-4D17-B011-19D53954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7391400" cy="4133850"/>
          </a:xfrm>
          <a:prstGeom xmlns:a="http://schemas.openxmlformats.org/drawingml/2006/main" prst="roundRect">
            <a:avLst>
              <a:gd name="adj" fmla="val 41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71F146-2816-462D-9CAD-FFF32A6A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BA4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2BA49"/>
                </a:solidFill>
                <a:latin typeface="Aptos"/>
                <a:ea typeface="Aptos"/>
                <a:cs typeface="Aptos"/>
              </a:rPr>
              <a:t>DO THIS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F3AE23-2F08-41D9-8E64-FAB38B88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68580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Code backup verified.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Supply or repair request named.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Three priorities ranked.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First safe action recorded.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Return to lunch.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18C4ED-6E78-4556-9E24-68E1AFDF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19250"/>
            <a:ext cx="3619500" cy="413385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FEA9BC-6B23-43C8-B01C-772E09EF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BA4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2BA49"/>
                </a:solidFill>
                <a:latin typeface="Aptos"/>
                <a:ea typeface="Aptos"/>
                <a:cs typeface="Aptos"/>
              </a:rPr>
              <a:t>FINISH 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A9E657-EBC1-419D-9CD8-568D402D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086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Nothing is assigned for home.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AA95D0-B42D-4E76-9AA2-962A4B86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D36CD2-C597-4346-86D4-58BCFACF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29150"/>
            <a:ext cx="3086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Celebrate preparation and honest evidence—not polish.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51912D-4CDB-4B3D-B726-D6EF343B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9DFA32-8697-4376-AA91-4C3B981F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205E0E-D29E-406F-B886-0B3F57B9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Evidence • Starting lane • Three priorities • First five minutes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C8511D-A310-47F4-B9C4-75B917FE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19886337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2026-08-28T12:51:50.7480000Z</dcterms:created>
  <dcterms:modified xsi:type="dcterms:W3CDTF">2026-08-28T12:51:50.7480000Z</dcterms:modified>
</coreProperties>
</file>