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e6e812dbad4c00" /><Relationship Type="http://schemas.openxmlformats.org/officeDocument/2006/relationships/extended-properties" Target="/docProps/app.xml" Id="Rb2f3f9c576fe46ec" /><Relationship Type="http://schemas.openxmlformats.org/officeDocument/2006/relationships/officeDocument" Target="/ppt/presentation.xml" Id="R1827b458429545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42cfafaafa4ce9"/>
  </p:sldMasterIdLst>
  <p:notesMasterIdLst>
    <p:notesMasterId xmlns:r="http://schemas.openxmlformats.org/officeDocument/2006/relationships" r:id="Rd8df3411af5f42fe"/>
  </p:notesMasterIdLst>
  <p:sldIdLst>
    <p:sldId xmlns:r="http://schemas.openxmlformats.org/officeDocument/2006/relationships" id="256" r:id="R48aeb88d48054b86"/>
    <p:sldId xmlns:r="http://schemas.openxmlformats.org/officeDocument/2006/relationships" id="257" r:id="R048884801b2d4854"/>
    <p:sldId xmlns:r="http://schemas.openxmlformats.org/officeDocument/2006/relationships" id="258" r:id="Rc6f9cd2e6992417f"/>
    <p:sldId xmlns:r="http://schemas.openxmlformats.org/officeDocument/2006/relationships" id="259" r:id="Ra4ed62641d744c91"/>
    <p:sldId xmlns:r="http://schemas.openxmlformats.org/officeDocument/2006/relationships" id="260" r:id="Rb7862b48396047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8144875ea04989" /><Relationship Type="http://schemas.openxmlformats.org/officeDocument/2006/relationships/slideMaster" Target="/ppt/slideMasters/slideMaster1.xml" Id="Rdb42cfafaafa4ce9" /><Relationship Type="http://schemas.openxmlformats.org/officeDocument/2006/relationships/notesMaster" Target="/ppt/notesMasters/notesMaster1.xml" Id="Rd8df3411af5f42fe" /><Relationship Type="http://schemas.openxmlformats.org/officeDocument/2006/relationships/presProps" Target="/ppt/presProps.xml" Id="Rcbb988ad809e48ff" /><Relationship Type="http://schemas.openxmlformats.org/officeDocument/2006/relationships/tableStyles" Target="/ppt/tableStyles.xml" Id="Ra6d24a974a66415e" /><Relationship Type="http://schemas.openxmlformats.org/officeDocument/2006/relationships/slide" Target="/ppt/slides/slide1.xml" Id="R48aeb88d48054b86" /><Relationship Type="http://schemas.openxmlformats.org/officeDocument/2006/relationships/slide" Target="/ppt/slides/slide2.xml" Id="R048884801b2d4854" /><Relationship Type="http://schemas.openxmlformats.org/officeDocument/2006/relationships/slide" Target="/ppt/slides/slide3.xml" Id="Rc6f9cd2e6992417f" /><Relationship Type="http://schemas.openxmlformats.org/officeDocument/2006/relationships/slide" Target="/ppt/slides/slide4.xml" Id="Ra4ed62641d744c91" /><Relationship Type="http://schemas.openxmlformats.org/officeDocument/2006/relationships/slide" Target="/ppt/slides/slide5.xml" Id="Rb7862b48396047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7a93c3143544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9117420d8748bd" /><Relationship Type="http://schemas.openxmlformats.org/officeDocument/2006/relationships/notesMaster" Target="/ppt/notesMasters/notesMaster1.xml" Id="Rb896c8a197a74a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cc3b47d37f41f5" /><Relationship Type="http://schemas.openxmlformats.org/officeDocument/2006/relationships/notesMaster" Target="/ppt/notesMasters/notesMaster1.xml" Id="Re96c182b23be4b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f6e4dbf8014ffe" /><Relationship Type="http://schemas.openxmlformats.org/officeDocument/2006/relationships/notesMaster" Target="/ppt/notesMasters/notesMaster1.xml" Id="Rb6a5aeddfbdc45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8506695743485e" /><Relationship Type="http://schemas.openxmlformats.org/officeDocument/2006/relationships/notesMaster" Target="/ppt/notesMasters/notesMaster1.xml" Id="Rdaf9cb1574b34e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60d1f795764355" /><Relationship Type="http://schemas.openxmlformats.org/officeDocument/2006/relationships/notesMaster" Target="/ppt/notesMasters/notesMaster1.xml" Id="R31bb46d3f45b42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12:29–12:34</a:t>
            </a:r>
          </a:p>
          <a:p xmlns:a="http://schemas.openxmlformats.org/drawingml/2006/main">
            <a:r>
              <a:t>MENTOR CUE: Canvas review should already be complete. Seat students in small pathway groups. This meeting demonstrates existing work; it does not create another worksheet.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C:\Users\trira\OneDrive\Documents\Femineers\lunch-checkpoints.html#october</a:t>
            </a:r>
          </a:p>
          <a:p xmlns:a="http://schemas.openxmlformats.org/drawingml/2006/main">
            <a:r>
              <a:t>- C:\Users\trira\OneDrive\Documents\Femineers\mentor-lesson-plans.html#day-2</a:t>
            </a:r>
          </a:p>
          <a:p xmlns:a="http://schemas.openxmlformats.org/drawingml/2006/main">
            <a:r>
              <a:t>- C:\Users\trira\OneDrive\Documents\Femineers\phase-2-prototype.html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12:34–12:44</a:t>
            </a:r>
          </a:p>
          <a:p xmlns:a="http://schemas.openxmlformats.org/drawingml/2006/main">
            <a:r>
              <a:t>MENTOR CUE: Run a visible 60-second timer. Save detailed coaching for the conference block; do not let one presentation consume the lunch period.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C:\Users\trira\OneDrive\Documents\Femineers\lunch-checkpoints.html#october</a:t>
            </a:r>
          </a:p>
          <a:p xmlns:a="http://schemas.openxmlformats.org/drawingml/2006/main">
            <a:r>
              <a:t>- C:\Users\trira\OneDrive\Documents\Femineers\mentor-lesson-plans.html#day-2</a:t>
            </a:r>
          </a:p>
          <a:p xmlns:a="http://schemas.openxmlformats.org/drawingml/2006/main">
            <a:r>
              <a:t>- C:\Users\trira\OneDrive\Documents\Femineers\phase-2-prototype.html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12:44–12:46</a:t>
            </a:r>
          </a:p>
          <a:p xmlns:a="http://schemas.openxmlformats.org/drawingml/2006/main">
            <a:r>
              <a:t>MENTOR CUE: Give status privately or at the project table. Make every Yellow revision specific. Avoid public comparison of students or project polish.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C:\Users\trira\OneDrive\Documents\Femineers\lunch-checkpoints.html#october</a:t>
            </a:r>
          </a:p>
          <a:p xmlns:a="http://schemas.openxmlformats.org/drawingml/2006/main">
            <a:r>
              <a:t>- C:\Users\trira\OneDrive\Documents\Femineers\mentor-lesson-plans.html#day-2</a:t>
            </a:r>
          </a:p>
          <a:p xmlns:a="http://schemas.openxmlformats.org/drawingml/2006/main">
            <a:r>
              <a:t>- C:\Users\trira\OneDrive\Documents\Femineers\phase-2-prototype.html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12:46–12:54</a:t>
            </a:r>
          </a:p>
          <a:p xmlns:a="http://schemas.openxmlformats.org/drawingml/2006/main">
            <a:r>
              <a:t>MENTOR CUE: Keep each conversation focused on one actionable change. Confirm exactly what evidence will show the correction is complete.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C:\Users\trira\OneDrive\Documents\Femineers\lunch-checkpoints.html#october</a:t>
            </a:r>
          </a:p>
          <a:p xmlns:a="http://schemas.openxmlformats.org/drawingml/2006/main">
            <a:r>
              <a:t>- C:\Users\trira\OneDrive\Documents\Femineers\mentor-lesson-plans.html#day-2</a:t>
            </a:r>
          </a:p>
          <a:p xmlns:a="http://schemas.openxmlformats.org/drawingml/2006/main">
            <a:r>
              <a:t>- C:\Users\trira\OneDrive\Documents\Femineers\phase-2-prototype.html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12:54–12:59</a:t>
            </a:r>
          </a:p>
          <a:p xmlns:a="http://schemas.openxmlformats.org/drawingml/2006/main">
            <a:r>
              <a:t>MENTOR CUE: Preserve accommodations and make-up access. Recognition requires on-time, complete, genuine evidence, a demonstration, and a named next action.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C:\Users\trira\OneDrive\Documents\Femineers\lunch-checkpoints.html#october</a:t>
            </a:r>
          </a:p>
          <a:p xmlns:a="http://schemas.openxmlformats.org/drawingml/2006/main">
            <a:r>
              <a:t>- C:\Users\trira\OneDrive\Documents\Femineers\mentor-lesson-plans.html#day-2</a:t>
            </a:r>
          </a:p>
          <a:p xmlns:a="http://schemas.openxmlformats.org/drawingml/2006/main">
            <a:r>
              <a:t>- C:\Users\trira\OneDrive\Documents\Femineers\phase-2-prototype.html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368304fd643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f028edd9bc40d9" /><Relationship Type="http://schemas.openxmlformats.org/officeDocument/2006/relationships/slideLayout" Target="/ppt/slideLayouts/slideLayout1.xml" Id="Rb3d4c9be83634f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d4c9be83634f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5b9877e3c4091" /><Relationship Type="http://schemas.openxmlformats.org/officeDocument/2006/relationships/image" Target="/ppt/media/image.png" Id="R3a5c3c588cc54c5e" /><Relationship Type="http://schemas.openxmlformats.org/officeDocument/2006/relationships/notesSlide" Target="/ppt/notesSlides/notesSlide1.xml" Id="R29aae306ce134d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8c4ee896d473c" /><Relationship Type="http://schemas.openxmlformats.org/officeDocument/2006/relationships/notesSlide" Target="/ppt/notesSlides/notesSlide2.xml" Id="R236c33a6ee284b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6ca3a72a24385" /><Relationship Type="http://schemas.openxmlformats.org/officeDocument/2006/relationships/notesSlide" Target="/ppt/notesSlides/notesSlide3.xml" Id="R91a18efbad554b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cdcaa11e44189" /><Relationship Type="http://schemas.openxmlformats.org/officeDocument/2006/relationships/notesSlide" Target="/ppt/notesSlides/notesSlide4.xml" Id="Rb409e4e2b3a244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31729c1a541bb" /><Relationship Type="http://schemas.openxmlformats.org/officeDocument/2006/relationships/notesSlide" Target="/ppt/notesSlides/notesSlide5.xml" Id="R97c9c1694e7045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17C80C-1347-44C7-85F6-396D0B1F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3EE86-2C1B-428C-8CA9-5CB6A087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AE796-FA57-48BD-B733-21D86531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OCT 21  •  1/5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22BC0-BCC7-447C-9331-A11C0EDE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ALL-PROGRAM LUNCH CHECKPOINT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6EC26-C445-4016-8279-1D2AAED5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Design Ready Checkpoint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4F481-D30E-4108-84AF-89E5852B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Wednesday, October 21, 2026  •  12:29–12:59 p.m.  •  Room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D2F6D-6F4D-4E78-8C2D-0110EBA8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6000750" cy="240030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7A905-8ECF-4AB1-ACF4-7998295F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20955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38100" rIns="114300" bIns="38100" anchor="ctr">
            <a:normAutofit fontScale="7856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12:29–12:34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2F73E-EDE0-443F-B055-31295A29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539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Eat + check in + open your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08956-014C-49A3-B245-EE814F20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539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Approved proposal + labeled drawing</a:t>
            </a:r>
          </a:p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Circuit/system diagram + storyboard</a:t>
            </a:r>
          </a:p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Materials request + digital file + three-trial plan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c3c588cc54c5e"/>
          <a:stretch xmlns:a="http://schemas.openxmlformats.org/drawingml/2006/main"/>
        </p:blipFill>
        <p:spPr>
          <a:xfrm xmlns:a="http://schemas.openxmlformats.org/drawingml/2006/main">
            <a:off x="6991350" y="1884645"/>
            <a:ext cx="4743450" cy="2669609"/>
          </a:xfrm>
          <a:prstGeom xmlns:a="http://schemas.openxmlformats.org/drawingml/2006/main" prst="roundRect">
            <a:avLst>
              <a:gd name="adj" fmla="val 321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77449-612D-4AFA-8632-F1AF30DF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95950"/>
            <a:ext cx="4743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B814C-0B00-49D6-9FF0-688EB454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781675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is open before the one-minute shares begin.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3CFD5-29F2-4FB1-94FA-F8EA8761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71D85-9EF4-4E9F-8C2F-C9A4E599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22555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E1FA25-0913-4848-942B-110917A8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Show evidence • Explain a decision • Name the first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EAC1A-C100-4F04-B995-473876CC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6603958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423E4-DD92-4D14-9BE6-6B84AF1E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CE6F5-0AB9-4842-9CE5-2FB4B877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79F0A-8438-4F38-BF52-D6860A68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OCT 21  •  2/5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76F46-A541-43BE-918B-33401FD9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12:34–12:44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676B8-5E3E-4441-B763-F904E508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Your 60-second Design Ready share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449C6-E276-422C-8857-EDC7B1CF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0DFAE-FB4C-4A91-810E-818F8E45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B6502-7DDB-4550-939D-15AA1678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SHOW the evidence.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EXPLAIN one important design decision.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NAME the first November 16 test.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STATE your next action.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Robotics: both partners explain different parts.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94EEE-6CBE-4BA4-93DD-F7DA2C14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EFE16-C5B4-4B39-9EFA-96C2191A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79C53-BD73-4E3F-9920-262D78B3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Every project demonstrates readiness in one minute.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1E8EA-3053-41D9-9EEC-6107FE8D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A66B2-7C21-438A-BFDF-90C5FEAD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 visible timer protects everyone’s turn.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7D5DA-1087-493E-B33E-7B952ED6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C8B18-1A9C-4F6F-8414-10C415FD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5110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5C600-BBF1-4C36-895E-DFF85CCF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Show evidence • Explain a decision • Name the first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A8975-891F-4A63-A0C2-94281BBD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4477654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8C6A2A-6A08-47F2-8F4F-64CDD577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3935A-0072-4924-86EB-E7B04FDA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68997-9028-4326-A81F-D53849CA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OCT 21  •  3/5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6A6A6-80D7-4B85-8443-E8BCD329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12:44–12:46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7DFB3-F553-4709-9986-575D2249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Read your project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46B88-739D-407C-AB3E-BB12AA6C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84D46-5FE4-48D7-BF28-0C983DD3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AEBDC-D78D-4DA6-B804-C1A4869F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E8B5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E8B57"/>
                </a:solidFill>
                <a:latin typeface="Aptos Display"/>
                <a:ea typeface="Aptos Display"/>
                <a:cs typeface="Aptos Display"/>
              </a:rPr>
              <a:t>GREEN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961A9-D0E5-4626-A27A-3886DF0C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Complete, understandable, and ready to build.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6847D-DEBA-4F9F-A18B-438AA896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CAB79-A324-4F9F-B407-B866D87B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FADED-B1A2-4988-9C71-73F627C4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YELLOW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AE9E23-7C6E-4AF6-9AEB-FEFC7A6F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One specific revision before materials release.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968CA-27CB-4112-8936-F718A0A7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F0904-C863-4A18-BD2B-3AB56E45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7B6C4-DB17-4B1F-900E-B19C1BDC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43D4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43D4C"/>
                </a:solidFill>
                <a:latin typeface="Aptos Display"/>
                <a:ea typeface="Aptos Display"/>
                <a:cs typeface="Aptos Display"/>
              </a:rPr>
              <a:t>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56E8A-B901-4A71-9DA7-F2065164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Mentor conference required to resolve a blocker.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AFC5B-7826-4DC8-B069-92909C9D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277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A status describes project readiness—not your value or ability.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95F16-F4B9-44D5-9A0A-BDFE3B18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42917-C9DB-4F42-861C-24CA6F9D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76656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6A3AA5-48DE-466C-83EE-1150C917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Show evidence • Explain a decision • Name the first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C1EFCB-70CC-40D3-BD68-E5095D20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7836631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EC9E8-50C2-4132-AA02-5EEE5DFC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E5B86-DD56-418D-8545-9EEA1F92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6AD20-B329-49C2-89F3-EE9E763C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OCT 21  •  4/5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3AC52-5D15-4478-A78D-6C1D324C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12:46–12:54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C76F0-5034-4816-BC10-127B8A62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Get the next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1C059-EE47-4C80-9928-B1E1FEA6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118B7-1A64-4545-88B6-5299D0B1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3065D-5B3E-42ED-8966-87B533CF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GREEN: confirm the first test and next action.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YELLOW: record the one named revision.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RED: meet with a mentor and narrow the blocker.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Leave with WHO + ACTION + evidence of READY.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229AE-0DA5-4EEC-8AD0-2E5738FA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E9F61-354A-4769-ADA6-127E4F59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EFE92-EFD8-4492-A992-E046410B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One actionable next move—not a lunch-period redesign.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47423-122B-4F9A-BDC5-28183BB7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09F93-7EF2-4992-BADD-2BFA90F7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Mentors prioritize Red projects, then Yellow.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6D077-CC64-44F1-A292-9BC30936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09048-EE90-4A53-9858-6C488753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0220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D0E5F-3EB3-43DF-8FB6-4F2D21AF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Show evidence • Explain a decision • Name the first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91826-DCD3-4607-B93D-165ADE15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6205201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F8ADA-F33E-4B79-98CA-8674730E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4E5A7-FE99-4BBD-8CD5-42BD3E30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419F8-59DC-4383-A3A6-80D529EC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OCT 21  •  5/5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89D2B-2B30-4221-8115-100A35D8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12:54–12:59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EA199-462A-4031-B3FF-E3BB427E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Record the next action + celebrate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FC81F-253C-41F4-9608-004202D1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43A6D-CD4D-4F1C-827B-C673B12C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7F8D0-2102-4067-8AB9-89D3AA54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Mentor status saved.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Exact next Femineers action named.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November first-test question ready.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Canvas closed and table cleared.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Choose an ingredient-labeled treat or nonfood prize when eligible.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DE75F-74A7-48AC-84D6-EA2F490B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FD017-D2EA-4E2C-B28B-9ED6FEBD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7F5C8-B322-4D0A-8EAD-794A7894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Preparation, honest evidence, and responsibility are recognized—not polish.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9421B-95BA-4E1C-9706-215C59FD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678F8-DE6F-42E8-B08C-4696A63D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 revision is support, not punishment.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89B46-2275-4139-8880-5C9D11E8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39A9B-929C-4F39-B1D4-4DD78A96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19C6F-AAD5-47CC-A31B-8AD5B30B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Show evidence • Explain a decision • Name the first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15B12-28FD-4114-B749-2C2AEB06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612656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2026-08-28T12:51:44.8340000Z</dcterms:created>
  <dcterms:modified xsi:type="dcterms:W3CDTF">2026-08-28T12:51:44.8340000Z</dcterms:modified>
</coreProperties>
</file>