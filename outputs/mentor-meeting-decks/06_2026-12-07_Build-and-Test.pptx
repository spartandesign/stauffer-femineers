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63b26b4ec14102" /><Relationship Type="http://schemas.openxmlformats.org/officeDocument/2006/relationships/extended-properties" Target="/docProps/app.xml" Id="R50f6139a926c4b72" /><Relationship Type="http://schemas.openxmlformats.org/officeDocument/2006/relationships/officeDocument" Target="/ppt/presentation.xml" Id="R56aa132253eb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d9be8ea704cdb"/>
  </p:sldMasterIdLst>
  <p:notesMasterIdLst>
    <p:notesMasterId xmlns:r="http://schemas.openxmlformats.org/officeDocument/2006/relationships" r:id="Rcfbd4f76aa8a4fb7"/>
  </p:notesMasterIdLst>
  <p:sldIdLst>
    <p:sldId xmlns:r="http://schemas.openxmlformats.org/officeDocument/2006/relationships" id="256" r:id="R6473b426ceb545e5"/>
    <p:sldId xmlns:r="http://schemas.openxmlformats.org/officeDocument/2006/relationships" id="257" r:id="R1363f980372346db"/>
    <p:sldId xmlns:r="http://schemas.openxmlformats.org/officeDocument/2006/relationships" id="258" r:id="R021bf4d8c23d41d6"/>
    <p:sldId xmlns:r="http://schemas.openxmlformats.org/officeDocument/2006/relationships" id="259" r:id="R4be2f16736fb493e"/>
    <p:sldId xmlns:r="http://schemas.openxmlformats.org/officeDocument/2006/relationships" id="260" r:id="Rcc8ba4aaedab434a"/>
    <p:sldId xmlns:r="http://schemas.openxmlformats.org/officeDocument/2006/relationships" id="261" r:id="R34d63e3022ce47f4"/>
    <p:sldId xmlns:r="http://schemas.openxmlformats.org/officeDocument/2006/relationships" id="262" r:id="R2035e173d7364456"/>
    <p:sldId xmlns:r="http://schemas.openxmlformats.org/officeDocument/2006/relationships" id="263" r:id="R5e93aed70c05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f91537ef847c7" /><Relationship Type="http://schemas.openxmlformats.org/officeDocument/2006/relationships/slideMaster" Target="/ppt/slideMasters/slideMaster1.xml" Id="Rc3cd9be8ea704cdb" /><Relationship Type="http://schemas.openxmlformats.org/officeDocument/2006/relationships/notesMaster" Target="/ppt/notesMasters/notesMaster1.xml" Id="Rcfbd4f76aa8a4fb7" /><Relationship Type="http://schemas.openxmlformats.org/officeDocument/2006/relationships/presProps" Target="/ppt/presProps.xml" Id="R6b1b87e2f1a44f73" /><Relationship Type="http://schemas.openxmlformats.org/officeDocument/2006/relationships/tableStyles" Target="/ppt/tableStyles.xml" Id="R13cd8b82ba43411d" /><Relationship Type="http://schemas.openxmlformats.org/officeDocument/2006/relationships/slide" Target="/ppt/slides/slide1.xml" Id="R6473b426ceb545e5" /><Relationship Type="http://schemas.openxmlformats.org/officeDocument/2006/relationships/slide" Target="/ppt/slides/slide2.xml" Id="R1363f980372346db" /><Relationship Type="http://schemas.openxmlformats.org/officeDocument/2006/relationships/slide" Target="/ppt/slides/slide3.xml" Id="R021bf4d8c23d41d6" /><Relationship Type="http://schemas.openxmlformats.org/officeDocument/2006/relationships/slide" Target="/ppt/slides/slide4.xml" Id="R4be2f16736fb493e" /><Relationship Type="http://schemas.openxmlformats.org/officeDocument/2006/relationships/slide" Target="/ppt/slides/slide5.xml" Id="Rcc8ba4aaedab434a" /><Relationship Type="http://schemas.openxmlformats.org/officeDocument/2006/relationships/slide" Target="/ppt/slides/slide6.xml" Id="R34d63e3022ce47f4" /><Relationship Type="http://schemas.openxmlformats.org/officeDocument/2006/relationships/slide" Target="/ppt/slides/slide7.xml" Id="R2035e173d7364456" /><Relationship Type="http://schemas.openxmlformats.org/officeDocument/2006/relationships/slide" Target="/ppt/slides/slide8.xml" Id="R5e93aed70c05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cd6902ba4d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2bb4e216654636" /><Relationship Type="http://schemas.openxmlformats.org/officeDocument/2006/relationships/notesMaster" Target="/ppt/notesMasters/notesMaster1.xml" Id="Rcc9d6e961354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42e68933fe4e0a" /><Relationship Type="http://schemas.openxmlformats.org/officeDocument/2006/relationships/notesMaster" Target="/ppt/notesMasters/notesMaster1.xml" Id="R78f8ab0cddd8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e62b5ee8e4f04" /><Relationship Type="http://schemas.openxmlformats.org/officeDocument/2006/relationships/notesMaster" Target="/ppt/notesMasters/notesMaster1.xml" Id="R40cf1cb4da5e48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bc58eacc3f4bc7" /><Relationship Type="http://schemas.openxmlformats.org/officeDocument/2006/relationships/notesMaster" Target="/ppt/notesMasters/notesMaster1.xml" Id="R96d16da97807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3af88c9be49ac" /><Relationship Type="http://schemas.openxmlformats.org/officeDocument/2006/relationships/notesMaster" Target="/ppt/notesMasters/notesMaster1.xml" Id="R8d71d1d0e4d3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72323b21845a2" /><Relationship Type="http://schemas.openxmlformats.org/officeDocument/2006/relationships/notesMaster" Target="/ppt/notesMasters/notesMaster1.xml" Id="Rbb60b6390d80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26db9ab56848e6" /><Relationship Type="http://schemas.openxmlformats.org/officeDocument/2006/relationships/notesMaster" Target="/ppt/notesMasters/notesMaster1.xml" Id="R8d34fb7f82c048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e2501152ec4be7" /><Relationship Type="http://schemas.openxmlformats.org/officeDocument/2006/relationships/notesMaster" Target="/ppt/notesMasters/notesMaster1.xml" Id="R0b3630297c31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8:00–8:20</a:t>
            </a:r>
          </a:p>
          <a:p xmlns:a="http://schemas.openxmlformats.org/drawingml/2006/main">
            <a:r>
              <a:t>MENTOR CUE: Use Project Rescue status when available; otherwise use Checkpoint 2 evidence. Record the as-found condition and inventory before any change.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8:20–8:40</a:t>
            </a:r>
          </a:p>
          <a:p xmlns:a="http://schemas.openxmlformats.org/drawingml/2006/main">
            <a:r>
              <a:t>MENTOR CUE: Demonstrate the safe loose-pad fault and threshold/sensor-direction fault. Never model a powered short or servo stall.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8:40–9:38</a:t>
            </a:r>
          </a:p>
          <a:p xmlns:a="http://schemas.openxmlformats.org/drawingml/2006/main">
            <a:r>
              <a:t>MENTOR CUE: Do not release live testing until pathway inspection passes. If testing cannot proceed safely, document the exact hold rather than improvising.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9:38–9:51</a:t>
            </a:r>
          </a:p>
          <a:p xmlns:a="http://schemas.openxmlformats.org/drawingml/2006/main">
            <a:r>
              <a:t>MENTOR CUE: Verify the actual counts and safe pause before students move. Do not let a nearly finished test delay the common safety reset.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9:51–11:45</a:t>
            </a:r>
          </a:p>
          <a:p xmlns:a="http://schemas.openxmlformats.org/drawingml/2006/main">
            <a:r>
              <a:t>MENTOR CUE: Wearables: no final NeoPixel strip cutting or installation. Robotics: no Hummingbird part may be trapped inside construction. Escalate repeated unexplained failures.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11:45–12:59</a:t>
            </a:r>
          </a:p>
          <a:p xmlns:a="http://schemas.openxmlformats.org/drawingml/2006/main">
            <a:r>
              <a:t>MENTOR CUE: Check the saved evidence before the project moves. Verify actual power state, kit count, needle count, and physical support.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12:59–2:05</a:t>
            </a:r>
          </a:p>
          <a:p xmlns:a="http://schemas.openxmlformats.org/drawingml/2006/main">
            <a:r>
              <a:t>MENTOR CUE: Require an observable comparison. Stop students from changing several things at once or altering the test condition to create success.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2:05–2:41</a:t>
            </a:r>
          </a:p>
          <a:p xmlns:a="http://schemas.openxmlformats.org/drawingml/2006/main">
            <a:r>
              <a:t>MENTOR CUE: Inspect hands-on. Damaged or questionable items remain in the inspect area. Reject loose batteries, damp paint, unsupported mechanisms, or vague restart notes.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C:\Users\trira\OneDrive\Documents\Femineers\mentor-lesson-plans.html#dec7-agenda</a:t>
            </a:r>
          </a:p>
          <a:p xmlns:a="http://schemas.openxmlformats.org/drawingml/2006/main">
            <a:r>
              <a:t>- C:\Users\trira\OneDrive\Documents\Femineers\phase-4-test.html</a:t>
            </a:r>
          </a:p>
          <a:p xmlns:a="http://schemas.openxmlformats.org/drawingml/2006/main">
            <a:r>
              <a:t>- C:\Users\trira\OneDrive\Documents\Femineers\mid-build-evidence.html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789d9ef8245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a95b0630b4405" /><Relationship Type="http://schemas.openxmlformats.org/officeDocument/2006/relationships/slideLayout" Target="/ppt/slideLayouts/slideLayout1.xml" Id="R38f00c06b3d9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00c06b3d9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23b4ef04e4b7c" /><Relationship Type="http://schemas.openxmlformats.org/officeDocument/2006/relationships/image" Target="/ppt/media/image.bin" Id="Rc1ef25e1c07a4915" /><Relationship Type="http://schemas.openxmlformats.org/officeDocument/2006/relationships/notesSlide" Target="/ppt/notesSlides/notesSlide1.xml" Id="R364383011288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f56fb9b084b3f" /><Relationship Type="http://schemas.openxmlformats.org/officeDocument/2006/relationships/notesSlide" Target="/ppt/notesSlides/notesSlide2.xml" Id="R506e8813755a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b203c1d3b4f59" /><Relationship Type="http://schemas.openxmlformats.org/officeDocument/2006/relationships/notesSlide" Target="/ppt/notesSlides/notesSlide3.xml" Id="Re7e42849085344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b2c86d22a4138" /><Relationship Type="http://schemas.openxmlformats.org/officeDocument/2006/relationships/notesSlide" Target="/ppt/notesSlides/notesSlide4.xml" Id="R25819a748c3c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efd173bbb467b" /><Relationship Type="http://schemas.openxmlformats.org/officeDocument/2006/relationships/notesSlide" Target="/ppt/notesSlides/notesSlide5.xml" Id="Rb99bd40f177b49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0d0e49d04b4b" /><Relationship Type="http://schemas.openxmlformats.org/officeDocument/2006/relationships/notesSlide" Target="/ppt/notesSlides/notesSlide6.xml" Id="Ra9b86ef77e3e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0f1e5c860471a" /><Relationship Type="http://schemas.openxmlformats.org/officeDocument/2006/relationships/notesSlide" Target="/ppt/notesSlides/notesSlide7.xml" Id="R321ab404a7db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de60558024f35" /><Relationship Type="http://schemas.openxmlformats.org/officeDocument/2006/relationships/notesSlide" Target="/ppt/notesSlides/notesSlide8.xml" Id="R11e2d32041fc4f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205AA-208C-4503-AFE4-4692FE57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F7152-7B32-4BD0-A539-FCD53C1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826F6-F729-4A30-A195-A66FB79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18BB-3240-4104-AE7D-24DB621A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FULL WORKDAY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E6B59-4834-41CA-90B1-08E3E888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Build &amp;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2FC19-BA08-42E4-BDCD-DB1A5CA1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Monday, December 7, 2026  •  8:00 a.m.–2:41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568AE-83E7-4374-8299-63480F16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46B1A-DCEA-4ACA-B04F-8A20886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8:00–8:20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A96B-68D0-4345-8E19-9BDA109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Photograph before touching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48EDD-B3B9-438B-9939-F73079C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Nothing receives power.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Check project, loose parts, kit/device, and code record.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the blocker and first safe action.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f25e1c07a4915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F4B57-35F5-4C43-8464-6CE4F49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90EB9-3F60-4FD6-BFA3-312B23B8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6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Starting lane: CONTINUE • CUT SCOPE • REPAIR FIRST • TECH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5939F-FE69-4D48-A2E4-372A8BF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E9893-B461-4B25-9097-8B5731C8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FE333-F4EC-40D4-ADC2-636B061F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4320B-CDEB-48F0-AABE-85BCC12D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602430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C5599-7D22-4C29-BB26-3B0244A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F1599-BA81-494E-AB80-058B006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66A7E-8191-4D1C-83DD-F1BD9E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1B0C-2F75-4040-BB4E-2C65AEAA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8:20–8:40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57C2B-0B83-4A36-818F-6A1466EB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Troubleshoot one variable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F6702-F1CC-47E9-8366-65B4EC31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A07E4-8BFA-4FC6-9ADA-349F49E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F2E2C-9591-4E81-A5C3-8BD3BC4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OBSERVE the exact symptom.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POWER OFF or make the system safe.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CHECK one likely variable.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RETEST the same condition.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RECORD better, worse, unchanged, or new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8BC3A-4B6C-41E4-8D52-8E258A6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FDA53-365F-45C8-A56D-FF02ADEF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810C6-623D-4D0F-BB17-E6DFE445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test can make an honest before/after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D27B2-82F9-42C3-AF18-56FBFB5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00932-A8D9-4143-A7A0-57EC1647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On the reusable mat: subsystem • success • stop • constant condition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42603-BF17-4FBD-9557-B3B0A7E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A1304-4207-4E4D-90C5-6AF148C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81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7DE40-0DD4-40DA-A27E-900A6AA8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FF223-CE4B-410B-86AD-09D3C33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766434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38451-9443-431F-B88E-3B97EB5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857AB-3344-403F-88F9-60D8CAE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D6C93-F94F-4642-B7DD-755C12D3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70A55-820C-4F56-B1D7-61218F6E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Prepare one useful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95263-83CC-483B-B49E-94D42D0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Build or repair only what makes the named test useful.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E491-2DB8-4207-8AFF-F3AFA8F2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BC30F-0813-4DE9-AB10-6398573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1AB3A-2637-4FDF-B9CA-7A88613D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FD1E3-2334-45AE-8B79-4D628777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Complete one critical build or 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6F180-6A31-43D5-B05B-C4DAE2C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Contain the 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376E-AAD1-41A5-96FE-A815147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6977B-13D4-493A-9830-32BFA13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6B252-530D-4B88-9464-3D388FDB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Pass power/motion inspection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F35BC-8C20-49B7-9889-63DC4288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Pathway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EB443-6278-4FAD-BFE6-015868AE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FAEDC-A9DF-4CAD-B0DE-7F5E1061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A34FF-4C67-4AB6-8457-627D67ED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65F64-8CF4-46D0-BF63-5A415DF3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Run baseline—or document the 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F808A-751E-4470-A183-54C48D9C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Expected + observed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018AA-544C-40C1-880F-97BDE2E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87968-E507-4DCF-9204-4930BA3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ADC98-0368-4550-81E3-9469932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the first evidence filename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49249-BD0F-4120-A21C-DF65FFB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Trustworthy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95E1-857C-4357-9847-E48D569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One trustworthy result exists before snack.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5EC08-828E-4508-983B-489B06EB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50FF2-31BA-4DE4-89FF-D495867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662EF-68A8-463C-AD8C-62F2ADC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5031B-2023-4949-A8CE-A28712D2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324959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188E8-2F46-4223-B93D-979C9D4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332A8-0CA5-42FA-92E0-5076928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13313-92D0-4ECF-8787-1901563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4D0A6-87A9-4DD4-AFA7-587DB7C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9:38–9:51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B4DC8-B530-4351-92BF-2F587D8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Snack + safe 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AC082-538D-4011-8662-2BE00A0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B3280-B7BD-4D31-9611-0921D90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2A44D-8ABF-4842-BB83-C82EBA2A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All systems off.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Needles and numbered kits accounted for.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Keep the marked repair and test condition intact.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Return ready at 9:51.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9406D-C95B-414A-A4F9-ED59A66E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91E0D-7E16-436E-B762-617B2A9B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7553B-F0AF-45F1-BBBA-F40A4354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No powered, sharp, loose, or unsupported item is unattended.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44E1-A19C-4818-9E6A-D4D9031A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3ACAF-F652-42D6-B82B-337CFD7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 missing item or unsafe state stops the transition.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0A4F7-AACE-4D72-B5C4-7919CED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0A6DB-62A6-40AE-885D-934002D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19180-095D-49F5-AE0A-27AB3C60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01CE0-46D1-46FE-ABAA-B5D44416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573688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91DD5-17E0-4AFF-B1C8-0FB66B6F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9E69A-C78B-4B9D-8DF9-98D0C9FE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03846-21F1-4104-B4D4-8A69E2D4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7E85A-1B68-415D-8F0C-AF8791D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Repair, repeat, then decide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7B9A-EBCA-42CC-A367-9CEEE50B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Keep one variable per project and preserve repair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FC158-A25D-46F6-BA0F-4791AB8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54420-8286-4FF7-ACC4-7713A500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F18E6-7DF5-4FED-99E8-A475746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0D8EB-A5F4-47ED-91C0-357DD1D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Repair one named 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73FA8-6218-4BE5-9FA2-D8C97054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Complete or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3DB0-E30D-41E5-B095-74EF3C8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69EE9-32CB-428E-BE14-1AD93217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AF096-BBDB-43F8-94FB-7E19DB6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Repeat the same test condition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C726A-A11C-4449-9476-9506FB3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Compare honestly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E2EF5-92C0-4E68-AA66-06984744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1941-E156-4F71-9BB5-CD64952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D7028-E551-4693-A97D-28D190B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B9172-665C-4CB5-B25A-58489FD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Take only the next critical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D9F27-C0E2-4BA9-AA5F-3023B2D9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No trapped parts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71CDC-82C2-480D-A582-DB9FF26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BBF2C-7150-4FF7-8261-A6EAA7D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9E77F-2F1A-4596-BBC3-781A172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Finish one subsystem test or name blocker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52D40-C52F-4B13-892B-A724625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Useful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16607-9720-4E12-8A5E-8DB8E24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B91A6-BE8D-4A4E-B203-61FFDD7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63B01-7C66-41A7-8339-AABF626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11:35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D19CB-BF0D-4A0B-8B46-6CAD4F8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photo, result, change, filename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840D-844F-4114-A50A-CC913901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Begin shutdown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BBAC2-36B9-4B52-B3F3-BFF77DBD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Result = BETTER • WORSE • UNCHANGED • NEW PROBLEM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9C669-B0F8-4603-B3F7-803CDB5C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4DE7C-48D7-4B64-B42B-1526E2D3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D810B1-C417-43D6-95C3-D2B4E39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2C4CFD-50BA-406A-948D-BEC339D3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4584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9AFDC-1110-4422-92C4-FC248F0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A5CB1-50C5-45F5-BFB1-EC3588C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463D3-2CC0-4BF7-93AB-BB79D95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4439-77FF-46D5-ACF7-0CF8A564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11:45–12:59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2675D-8D4B-4780-A1FA-08717EC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Evidence first, then lunch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CB5FC-D601-47E0-B568-37C9246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B7359-A5A3-42D0-A38D-5D0C28D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8DA72-D215-4B9F-B150-4A4EE7B0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Save photo, result, change, and filename.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Wearables: manage battery, count needles, protect circuit/wet work.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Robotics: safe reset, disconnect, power off, count numbered kit.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No sharp, loose, powered, or unsupported item unattended.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Lunch: 12:29–12:59.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DFE6-B146-4040-A93A-913AB013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D6E37-DCA7-437A-9A67-983C4DE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73E4D-2FCB-49C5-AA10-0835447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afternoon can restart from evidence—not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F3CF6-D8ED-49E4-B574-412821BE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40F92-80F1-4464-8B31-6CFF55D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Do not release lunch until pathway shutdown is complete.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441EA-9278-4F4D-ADDA-AB721D17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8EE3D-7C32-4594-84DA-316987F7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45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B75A1-0D26-410C-B423-20E5D7B2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6060A-6EC4-4484-87BD-B69F36E2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45819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54A41-FBE9-4942-B231-5BD18E4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3E4AC-3E6B-4AA0-A816-D4A7E4D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D904-543F-4C0B-B60D-CE8C1247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3761D-7E1D-40E5-A57E-F225835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12:59–2:05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7FEEF-9D50-4775-899C-8275FE7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Improve, retest,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0F16B-6A29-4C2F-9E13-173BDF7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753D9-47C6-4D9E-9C81-0D8F7641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E1486-1AEF-452C-8445-854BAF4E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Make one evidence-based improvement.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Repeat the original test condition.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Record starting condition, success, first result, and one change.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Record the retest and current blocker.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Write the first January action with a specific verb.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2F877-5EBA-4808-9DFA-0A30157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4441E-A50B-45E6-986E-59E5B61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45F55-F58C-47F2-9425-AD7608A8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visible before/after comparison supports the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6C5F3-5E05-41E0-B068-1241B4B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B9D31-E886-4D66-9D1E-3052CB9F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 failed retest is acceptable when recorded honestly.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BD0A8-7C64-4C1E-A0FD-CEBDFA5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C29F4-77BA-40BE-A75B-638A8A76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AEC7E-1AEB-4916-9DFE-4D51069C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B5D6E-A194-4904-BB4F-A2FC9959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718681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CAC8E-33C3-4C66-A445-5E438BFF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A185-F99E-4806-8742-80AB83A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1DB68-8B2F-455C-9AEA-3F7973A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7  •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43AA8-877D-4088-8C1C-C8F8FD0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2:05–2:41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F6A95-0F95-4D16-A550-8AEC5C11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Pass the winter-storage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8F3C8-6ECD-4E16-87D1-86BA65C0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EC3F8-86D5-4EC7-BB8A-5A327DBA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99D9-1806-4AD7-AC93-E14A8F1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Zero energy; power state verified.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Every part contained and counted.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Code backed up and named.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Condition and storage location photographed.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Structure supported; January action specific.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D1361-6547-4FEA-A9AE-D9E4238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8EEA2-FF62-4873-AFEC-DE5EC89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5C99E-5DD7-4D78-A789-E89ABBA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Another person can restart safely on January 25.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8F972-ED57-4C85-A7F4-13B5F9D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F88AF-ED89-4C11-B4C6-47DD380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2:21 Label • photograph location • secure inspect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BD5F2-8173-41BF-97BB-FF826D3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BEC6B-AB03-4F9B-BE88-7BA6BBAC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5A965-150B-430F-BBFD-8A9AC4B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Observe • Power off • Check one thing • Retest •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340EB-FC7B-406E-8BED-6E1E134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840599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2026-08-28T12:51:49.6000000Z</dcterms:created>
  <dcterms:modified xsi:type="dcterms:W3CDTF">2026-08-28T12:51:49.6000000Z</dcterms:modified>
</coreProperties>
</file>