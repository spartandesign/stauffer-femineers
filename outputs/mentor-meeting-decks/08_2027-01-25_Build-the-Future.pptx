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802d02d49b4888" /><Relationship Type="http://schemas.openxmlformats.org/officeDocument/2006/relationships/extended-properties" Target="/docProps/app.xml" Id="R020c412392b14091" /><Relationship Type="http://schemas.openxmlformats.org/officeDocument/2006/relationships/officeDocument" Target="/ppt/presentation.xml" Id="R488b681ab6c94c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7652a0510a437f"/>
  </p:sldMasterIdLst>
  <p:notesMasterIdLst>
    <p:notesMasterId xmlns:r="http://schemas.openxmlformats.org/officeDocument/2006/relationships" r:id="R8613b4fef6c8433e"/>
  </p:notesMasterIdLst>
  <p:sldIdLst>
    <p:sldId xmlns:r="http://schemas.openxmlformats.org/officeDocument/2006/relationships" id="256" r:id="Rb72611164a3c43e7"/>
    <p:sldId xmlns:r="http://schemas.openxmlformats.org/officeDocument/2006/relationships" id="257" r:id="Rac6f3fee2baf46b7"/>
    <p:sldId xmlns:r="http://schemas.openxmlformats.org/officeDocument/2006/relationships" id="258" r:id="R881d371a33ea4394"/>
    <p:sldId xmlns:r="http://schemas.openxmlformats.org/officeDocument/2006/relationships" id="259" r:id="R7fc51e6c2176476f"/>
    <p:sldId xmlns:r="http://schemas.openxmlformats.org/officeDocument/2006/relationships" id="260" r:id="R05afa92efae84896"/>
    <p:sldId xmlns:r="http://schemas.openxmlformats.org/officeDocument/2006/relationships" id="261" r:id="R268fe710ad5a4b01"/>
    <p:sldId xmlns:r="http://schemas.openxmlformats.org/officeDocument/2006/relationships" id="262" r:id="R835a51b0f1aa4465"/>
    <p:sldId xmlns:r="http://schemas.openxmlformats.org/officeDocument/2006/relationships" id="263" r:id="R5f278d298ed14f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2085180b0d4f7e" /><Relationship Type="http://schemas.openxmlformats.org/officeDocument/2006/relationships/slideMaster" Target="/ppt/slideMasters/slideMaster1.xml" Id="R8f7652a0510a437f" /><Relationship Type="http://schemas.openxmlformats.org/officeDocument/2006/relationships/notesMaster" Target="/ppt/notesMasters/notesMaster1.xml" Id="R8613b4fef6c8433e" /><Relationship Type="http://schemas.openxmlformats.org/officeDocument/2006/relationships/presProps" Target="/ppt/presProps.xml" Id="R64c83b346d7c4cdf" /><Relationship Type="http://schemas.openxmlformats.org/officeDocument/2006/relationships/tableStyles" Target="/ppt/tableStyles.xml" Id="R3f652650076b40c8" /><Relationship Type="http://schemas.openxmlformats.org/officeDocument/2006/relationships/slide" Target="/ppt/slides/slide1.xml" Id="Rb72611164a3c43e7" /><Relationship Type="http://schemas.openxmlformats.org/officeDocument/2006/relationships/slide" Target="/ppt/slides/slide2.xml" Id="Rac6f3fee2baf46b7" /><Relationship Type="http://schemas.openxmlformats.org/officeDocument/2006/relationships/slide" Target="/ppt/slides/slide3.xml" Id="R881d371a33ea4394" /><Relationship Type="http://schemas.openxmlformats.org/officeDocument/2006/relationships/slide" Target="/ppt/slides/slide4.xml" Id="R7fc51e6c2176476f" /><Relationship Type="http://schemas.openxmlformats.org/officeDocument/2006/relationships/slide" Target="/ppt/slides/slide5.xml" Id="R05afa92efae84896" /><Relationship Type="http://schemas.openxmlformats.org/officeDocument/2006/relationships/slide" Target="/ppt/slides/slide6.xml" Id="R268fe710ad5a4b01" /><Relationship Type="http://schemas.openxmlformats.org/officeDocument/2006/relationships/slide" Target="/ppt/slides/slide7.xml" Id="R835a51b0f1aa4465" /><Relationship Type="http://schemas.openxmlformats.org/officeDocument/2006/relationships/slide" Target="/ppt/slides/slide8.xml" Id="R5f278d298ed14f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c4c5accc504e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82266895a44581" /><Relationship Type="http://schemas.openxmlformats.org/officeDocument/2006/relationships/notesMaster" Target="/ppt/notesMasters/notesMaster1.xml" Id="Rf60b789d3fca4f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a29b4042e74111" /><Relationship Type="http://schemas.openxmlformats.org/officeDocument/2006/relationships/notesMaster" Target="/ppt/notesMasters/notesMaster1.xml" Id="R522a6ead8e7544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2ced3d0c9f476a" /><Relationship Type="http://schemas.openxmlformats.org/officeDocument/2006/relationships/notesMaster" Target="/ppt/notesMasters/notesMaster1.xml" Id="R6c26a9f764a147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97762ac56e4b2b" /><Relationship Type="http://schemas.openxmlformats.org/officeDocument/2006/relationships/notesMaster" Target="/ppt/notesMasters/notesMaster1.xml" Id="R41ec984630fb4c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0f4025ece04866" /><Relationship Type="http://schemas.openxmlformats.org/officeDocument/2006/relationships/notesMaster" Target="/ppt/notesMasters/notesMaster1.xml" Id="R675046e7df3042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37d4080abe475a" /><Relationship Type="http://schemas.openxmlformats.org/officeDocument/2006/relationships/notesMaster" Target="/ppt/notesMasters/notesMaster1.xml" Id="Rf6d6f2e0d44d4b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a5818a02fc4d68" /><Relationship Type="http://schemas.openxmlformats.org/officeDocument/2006/relationships/notesMaster" Target="/ppt/notesMasters/notesMaster1.xml" Id="R4f485e4f71904c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9c06526a1e4b8e" /><Relationship Type="http://schemas.openxmlformats.org/officeDocument/2006/relationships/notesMaster" Target="/ppt/notesMasters/notesMaster1.xml" Id="R72ce09ab9ecd4d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8:00–8:20</a:t>
            </a:r>
          </a:p>
          <a:p xmlns:a="http://schemas.openxmlformats.org/drawingml/2006/main">
            <a:r>
              <a:t>MENTOR CUE: Verify the correct project, parts, kit, device, and code. Unknown, damaged, warm, unstable, or missing items receive MENTOR HOLD.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C:\Users\trira\OneDrive\Documents\Femineers\mentor-lesson-plans.html#jan25-agenda</a:t>
            </a:r>
          </a:p>
          <a:p xmlns:a="http://schemas.openxmlformats.org/drawingml/2006/main">
            <a:r>
              <a:t>- C:\Users\trira\OneDrive\Documents\Femineers\phase-5-integrate.html</a:t>
            </a:r>
          </a:p>
          <a:p xmlns:a="http://schemas.openxmlformats.org/drawingml/2006/main">
            <a:r>
              <a:t>- C:\Users\trira\OneDrive\Documents\Femineers\lunch-checkpoints.html#january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8:20–8:40</a:t>
            </a:r>
          </a:p>
          <a:p xmlns:a="http://schemas.openxmlformats.org/drawingml/2006/main">
            <a:r>
              <a:t>MENTOR CUE: Use the sleeved Engineering Workday Log. Require an observable result and explicit safe state. Students should explain why connecting everything at once hides causes.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C:\Users\trira\OneDrive\Documents\Femineers\mentor-lesson-plans.html#jan25-agenda</a:t>
            </a:r>
          </a:p>
          <a:p xmlns:a="http://schemas.openxmlformats.org/drawingml/2006/main">
            <a:r>
              <a:t>- C:\Users\trira\OneDrive\Documents\Femineers\phase-5-integrate.html</a:t>
            </a:r>
          </a:p>
          <a:p xmlns:a="http://schemas.openxmlformats.org/drawingml/2006/main">
            <a:r>
              <a:t>- C:\Users\trira\OneDrive\Documents\Femineers\lunch-checkpoints.html#january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8:40–9:38</a:t>
            </a:r>
          </a:p>
          <a:p xmlns:a="http://schemas.openxmlformats.org/drawingml/2006/main">
            <a:r>
              <a:t>MENTOR CUE: Release power or motion only after pathway inspection. READY projects keep moving while repair-first conferences run.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C:\Users\trira\OneDrive\Documents\Femineers\mentor-lesson-plans.html#jan25-agenda</a:t>
            </a:r>
          </a:p>
          <a:p xmlns:a="http://schemas.openxmlformats.org/drawingml/2006/main">
            <a:r>
              <a:t>- C:\Users\trira\OneDrive\Documents\Femineers\phase-5-integrate.html</a:t>
            </a:r>
          </a:p>
          <a:p xmlns:a="http://schemas.openxmlformats.org/drawingml/2006/main">
            <a:r>
              <a:t>- C:\Users\trira\OneDrive\Documents\Femineers\lunch-checkpoints.html#january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9:51–11:20</a:t>
            </a:r>
          </a:p>
          <a:p xmlns:a="http://schemas.openxmlformats.org/drawingml/2006/main">
            <a:r>
              <a:t>MENTOR CUE: Power off before wiring, sewing, servo, or mechanism changes. Wearables remain on the stand until cleared. Save each known-good code/hardware state.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C:\Users\trira\OneDrive\Documents\Femineers\mentor-lesson-plans.html#jan25-agenda</a:t>
            </a:r>
          </a:p>
          <a:p xmlns:a="http://schemas.openxmlformats.org/drawingml/2006/main">
            <a:r>
              <a:t>- C:\Users\trira\OneDrive\Documents\Femineers\phase-5-integrate.html</a:t>
            </a:r>
          </a:p>
          <a:p xmlns:a="http://schemas.openxmlformats.org/drawingml/2006/main">
            <a:r>
              <a:t>- C:\Users\trira\OneDrive\Documents\Femineers\lunch-checkpoints.html#january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11:20–12:29</a:t>
            </a:r>
          </a:p>
          <a:p xmlns:a="http://schemas.openxmlformats.org/drawingml/2006/main">
            <a:r>
              <a:t>MENTOR CUE: Never recreate an unsafe result for a photo. Ask which weakest high-impact variable the evidence identifies and approve only one redesign variable.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C:\Users\trira\OneDrive\Documents\Femineers\mentor-lesson-plans.html#jan25-agenda</a:t>
            </a:r>
          </a:p>
          <a:p xmlns:a="http://schemas.openxmlformats.org/drawingml/2006/main">
            <a:r>
              <a:t>- C:\Users\trira\OneDrive\Documents\Femineers\phase-5-integrate.html</a:t>
            </a:r>
          </a:p>
          <a:p xmlns:a="http://schemas.openxmlformats.org/drawingml/2006/main">
            <a:r>
              <a:t>- C:\Users\trira\OneDrive\Documents\Femineers\lunch-checkpoints.html#january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12:59–1:45</a:t>
            </a:r>
          </a:p>
          <a:p xmlns:a="http://schemas.openxmlformats.org/drawingml/2006/main">
            <a:r>
              <a:t>MENTOR CUE: Protect focused redesign time. Run one brief peer observation and record it without turning the block into a critique session.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C:\Users\trira\OneDrive\Documents\Femineers\mentor-lesson-plans.html#jan25-agenda</a:t>
            </a:r>
          </a:p>
          <a:p xmlns:a="http://schemas.openxmlformats.org/drawingml/2006/main">
            <a:r>
              <a:t>- C:\Users\trira\OneDrive\Documents\Femineers\phase-5-integrate.html</a:t>
            </a:r>
          </a:p>
          <a:p xmlns:a="http://schemas.openxmlformats.org/drawingml/2006/main">
            <a:r>
              <a:t>- C:\Users\trira\OneDrive\Documents\Femineers\lunch-checkpoints.html#january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1:45–2:21</a:t>
            </a:r>
          </a:p>
          <a:p xmlns:a="http://schemas.openxmlformats.org/drawingml/2006/main">
            <a:r>
              <a:t>MENTOR CUE: Checkpoint 3 organizes evidence already created; it is not an upload race or extra report. Record needed mentor preparation for February.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C:\Users\trira\OneDrive\Documents\Femineers\mentor-lesson-plans.html#jan25-agenda</a:t>
            </a:r>
          </a:p>
          <a:p xmlns:a="http://schemas.openxmlformats.org/drawingml/2006/main">
            <a:r>
              <a:t>- C:\Users\trira\OneDrive\Documents\Femineers\phase-5-integrate.html</a:t>
            </a:r>
          </a:p>
          <a:p xmlns:a="http://schemas.openxmlformats.org/drawingml/2006/main">
            <a:r>
              <a:t>- C:\Users\trira\OneDrive\Documents\Femineers\lunch-checkpoints.html#january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2:21–2:41</a:t>
            </a:r>
          </a:p>
          <a:p xmlns:a="http://schemas.openxmlformats.org/drawingml/2006/main">
            <a:r>
              <a:t>MENTOR CUE: Lead shutdown in reverse order. Verify the bin label and code filename before the student leaves the station.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C:\Users\trira\OneDrive\Documents\Femineers\mentor-lesson-plans.html#jan25-agenda</a:t>
            </a:r>
          </a:p>
          <a:p xmlns:a="http://schemas.openxmlformats.org/drawingml/2006/main">
            <a:r>
              <a:t>- C:\Users\trira\OneDrive\Documents\Femineers\phase-5-integrate.html</a:t>
            </a:r>
          </a:p>
          <a:p xmlns:a="http://schemas.openxmlformats.org/drawingml/2006/main">
            <a:r>
              <a:t>- C:\Users\trira\OneDrive\Documents\Femineers\lunch-checkpoints.html#january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1d04a2e88a41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a7f21de55445a0" /><Relationship Type="http://schemas.openxmlformats.org/officeDocument/2006/relationships/slideLayout" Target="/ppt/slideLayouts/slideLayout1.xml" Id="R05ea7713d0634c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ea7713d0634c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5f7f9445f4ddf" /><Relationship Type="http://schemas.openxmlformats.org/officeDocument/2006/relationships/image" Target="/ppt/media/image.bin" Id="Rba44147b7be8420b" /><Relationship Type="http://schemas.openxmlformats.org/officeDocument/2006/relationships/notesSlide" Target="/ppt/notesSlides/notesSlide1.xml" Id="Ra6f5d0256bc34b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9ddcc631849c6" /><Relationship Type="http://schemas.openxmlformats.org/officeDocument/2006/relationships/notesSlide" Target="/ppt/notesSlides/notesSlide2.xml" Id="R8f56e3f1a2d94d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0b7d6e6224ed6" /><Relationship Type="http://schemas.openxmlformats.org/officeDocument/2006/relationships/notesSlide" Target="/ppt/notesSlides/notesSlide3.xml" Id="Rdbc8933b1a2b43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5ebecb92049e2" /><Relationship Type="http://schemas.openxmlformats.org/officeDocument/2006/relationships/notesSlide" Target="/ppt/notesSlides/notesSlide4.xml" Id="R8f7d498e9a094a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3b4ec420f4b59" /><Relationship Type="http://schemas.openxmlformats.org/officeDocument/2006/relationships/notesSlide" Target="/ppt/notesSlides/notesSlide5.xml" Id="R5bc5f87e741b42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38de8ae6d4ab3" /><Relationship Type="http://schemas.openxmlformats.org/officeDocument/2006/relationships/notesSlide" Target="/ppt/notesSlides/notesSlide6.xml" Id="R726c9e9beb8b44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5153e6e004db8" /><Relationship Type="http://schemas.openxmlformats.org/officeDocument/2006/relationships/notesSlide" Target="/ppt/notesSlides/notesSlide7.xml" Id="R4a5179d40c114c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6230f2f884e94" /><Relationship Type="http://schemas.openxmlformats.org/officeDocument/2006/relationships/notesSlide" Target="/ppt/notesSlides/notesSlide8.xml" Id="R7d423a013f8b4a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050396-111A-4B0F-A528-3CF14087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0AE46-C235-4899-880B-C70F0909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8E5C2-65CB-49A2-8105-C863AFB5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JAN 25  •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6AEB1-A7E3-4FCD-8806-E2FD149F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FULL WORKDAY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5C216-6C40-4FAB-B914-303CB083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Build the Future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8E605-3487-4995-A76F-3E37DE77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Monday, January 25, 2027  •  8:00 a.m.–2:41 p.m.  •  Room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F5769-80FC-465E-8072-704FC050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6000750" cy="2400300"/>
          </a:xfrm>
          <a:prstGeom xmlns:a="http://schemas.openxmlformats.org/drawingml/2006/main" prst="roundRect">
            <a:avLst>
              <a:gd name="adj" fmla="val 8730"/>
            </a:avLst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031E7-E72E-4195-B2E3-810FB1C0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20955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38100" rIns="114300" bIns="38100" anchor="ctr">
            <a:normAutofit fontScale="78568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8:00–8:20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C3F5F-3E86-4E90-B3B8-349FAC57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539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Start with evidence—not memory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6CBC4-5BD2-43B9-9764-907CB890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5391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Compare with the December photo + restart note.</a:t>
            </a:r>
          </a:p>
          <a:p xmlns:a="http://schemas.openxmlformats.org/drawingml/2006/main">
            <a:pPr algn="l">
              <a:defRPr sz="165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Nothing receives power.</a:t>
            </a:r>
          </a:p>
          <a:p xmlns:a="http://schemas.openxmlformats.org/drawingml/2006/main">
            <a:pPr algn="l">
              <a:defRPr sz="165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Choose READY • REPAIR FIRST • MENTOR HOLD.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44147b7be8420b"/>
          <a:srcRect xmlns:a="http://schemas.openxmlformats.org/drawingml/2006/main" l="18077" t="0" r="180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1350" y="742950"/>
            <a:ext cx="4743450" cy="4953000"/>
          </a:xfrm>
          <a:prstGeom xmlns:a="http://schemas.openxmlformats.org/drawingml/2006/main" prst="roundRect">
            <a:avLst>
              <a:gd name="adj" fmla="val 3213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DB513-46FF-45D6-B209-69114A2F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695950"/>
            <a:ext cx="4743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58CCB-AD58-4DE5-BA8D-21A96FD5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781675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Correct project, parts, kit/device, record, and code are located.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CD53B-8470-43DE-8A97-98A414D7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D21A1-1986-456D-868D-0D5C0BE5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9AE28D-7984-413D-BA44-6D256368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Restore • Add one layer • Test • Save • Redesign fairly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3AD4B9-4C3B-481B-A304-1D96B499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9785008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A9B68-2DF1-452F-911B-2F32023F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94CCE-BD04-474D-B9B7-4CE6CCE9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675C9-B0C9-4BA6-8DFB-7B9FB019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JAN 25  •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26BD7-E9AD-46C1-BFB1-F711C92F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8:20–8:40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22E4C-7075-4C82-B91E-BCC671AA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Define today’s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E21CC-AE51-4FCA-9C3D-45061362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BAE4F-BF95-4015-B3F0-25BFA530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6A858E-9C31-47FE-84E7-4A01E293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Today’s observable goal: _____.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Success looks like: _____.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Stop and ask if: _____.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First system layer: _____.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Roles: _____.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40D04-4A11-4292-8AC2-15C5BBE2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57863-6912-455E-A2AE-19128217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34BF5-9558-471B-A1E1-05E61A25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A testable goal—not ‘finish project.’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D211A-BFAD-4B8E-B37A-962703B9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3A931-015B-40C0-B089-29D72CBE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Protect the last known-good baseline before changing anything.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47FAA-FD8F-48A4-88AC-A9CB4D66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0295D-26BE-4E35-868A-BDCA58E6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2819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248AA0-E539-4280-BA94-4692079E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Restore • Add one layer • Test • Save • Redesign fairly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D56C91-1CE9-4919-A490-50D1876F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2265378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8243E8-0C0B-4794-B9CA-1F7DA863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5B878-E9A7-418F-8C0A-FF573501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E5920-307F-4BB6-A624-FF1F2AE0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JAN 25  •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A639C-E48F-4B3F-BBDF-A01467DB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Repair one thing. Prove one 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5FFD8-BC2D-40CF-AE4C-867E173A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Retest repairs before integration and save the safe baseline.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C6DF7-944B-4238-A681-7DA25F06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6EEC5-A690-443C-99EE-4FC44ACA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2732D-9C2E-4DFE-B260-1A2DDE3C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8:40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7ED4FB-6D84-41C1-9DC4-8D728610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431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Complete the named repair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F1CEA-1E20-454E-A6B3-11C7D85D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431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Repair first lane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39BAD-955B-4A1E-A829-FB8190D8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01748-86AD-4048-87B7-7FEB07D0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9:10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B9CCA-CF73-41DC-B589-90D02AE9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955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Retest before integrating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E66045-6FCF-4237-8076-06D93F8B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955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Gate must 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AF7AC-4826-4CF6-ACE4-6F3C07D6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F81B74-CB0B-4D40-AC24-9EC01251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985B87-3822-474E-A54E-CD8CCCEF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Wearables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C32EC2-5582-4FFF-82BE-451B4D5C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480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Prove shirt → isolate power → stage hat unpowered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01D3FA-9F0C-4419-A266-EE210DF1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48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Stand first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DD332F-9567-4633-A6DF-FC0F1E25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A25929-60F1-4089-A86C-74DB372B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Robotics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BBD817-D309-46C1-BC99-9F5C4AEF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004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Prove structure + input + safe startup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75C05B-6CA8-453E-9AB1-74BFF53D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004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Motion 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EE8BA2-5335-4884-81E7-52E177C1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All systems are safely off for snack at 9:38.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8DAF7F-62CD-45BF-99B7-72BBAA23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029DEC-2480-4A70-94B3-13478ADA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22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ACF887-1984-493E-AD42-E8B83F17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Restore • Add one layer • Test • Save • Redesign fairly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481EAA-C064-422C-B5CB-43FD765F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4970523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107461-1812-47B4-A64D-48506F4B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D4D41-D471-4953-A061-72FC666A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B23E0-A4FF-4371-BEC6-0D0FC656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JAN 25  •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3FA6C-3934-4696-BE5C-8DC81BD4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Add → test → save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9722D-3408-4B45-B181-9DF3AE91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If the new layer fails, return to the last passing layer.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97BE0-CBDC-4635-BA2D-1A7B215F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A5CAE-E3BB-4B0C-96B0-9757CC99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62B7C-415E-4781-94B3-0BD7F787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9:51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C1FF1-9FCE-4CD1-8F59-4D05C6C2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431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Add one proven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D11B3-75A5-41F7-9FC0-501883E9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431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Previous layer still passes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040BC-9B90-4C4A-8F03-0DB2D871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960AF2-7EEE-469A-A82F-C37BBD98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10:20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F6D17-96D5-403D-9B85-74B9083D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955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Change one variable; save a 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42D2EA-4D04-4CBD-B23D-07907DA7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955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Known-good copy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377F5E-1061-4BF2-B295-71AED732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59631F-142B-4B69-B346-C415E093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E096F6-1530-4E2E-8585-458A85C4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10:50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1D2665-D657-4361-88E0-4CEE3F42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480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Check access, strain, motion, reset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4C650C-6784-456C-9281-850624A5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48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No warmth/stall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E0B73C-40A4-4F7B-A3F1-0A13AF37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981D5F-EF58-47D4-BBFC-02059E37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Wearables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92B9B8-A027-427F-9690-84643A68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004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Released mounting → pixel states → stand 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7B2244-B477-402A-A394-5FE07C1C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004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Power off for changes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4FCDC5-8860-47D3-9650-9C3E5B11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E70DD2-5C26-4B65-BDCD-E2D75922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9B28B1-F3C6-4EF4-89A6-60486607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Robotics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A94577-8556-411E-98B7-07521C79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529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Input → output 1 → output 2/mechanism + reset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BE9A88-8BFE-49AC-8BC6-72C3BF9C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529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Keep ports accessible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8C82B6-652F-423E-BF03-AE553C7C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One complete safe layer is proven before the full baseline.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540E55-6CB6-4612-9758-BE533D2B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BD1B5F-A04F-4B85-99C5-FB8571AA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5638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0C9DD7-CF43-4F0D-9B3C-05A28073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Restore • Add one layer • Test • Save • Redesign fairly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8112C3-168A-4856-AB7E-7150D7C3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2721304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E80B32-A795-4D84-B78C-5BF8D09A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FE09C-F4DE-4CFC-B92F-5E704399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BC601-2275-4AF3-A062-70435CF2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JAN 25  •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C8224-CF2D-454B-9F94-95E25DE0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Run the complete baseline honestly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03274-6AB0-4AE5-9241-46B298D6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Record partial or failed behavior; do not coach through a failure.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FD33D-9F64-4CD5-A212-7A832AEC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C78DB-A2C4-4E5F-AC40-6C205DBE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EF944-0FA7-49CE-AE88-C1CD5B15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11:20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EA42D-A09D-4A58-96AA-22C054F6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431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Plan setup → action → response → reset → stop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BC4AB-3F8C-4C1F-9299-7B6389B9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431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Safe + repeatable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74787-90D2-41D9-93C2-1A7C893D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AB245-CBE0-47FA-BE16-C779E4EC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11:45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E539F7-8DD2-4DE8-866C-5ECA619F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955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Run the complete experience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E1D5A-D020-44E7-8CEE-6D842AE2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955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Real 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BDA5A-1967-4A97-9690-E27AF132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294FEF-1ACD-4245-817F-E9F7CC07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D7431B-6AEB-433D-8ED2-B35A15F6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12:05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BC5533-F83F-4E3F-B19E-0474A659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480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Choose one high-impact variable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A69797-7235-46DB-9E17-2824C491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48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One redesign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ABF9D8-0E35-4376-B461-4BB3E483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17FEFA-08BF-4A1A-A8CA-B9A0F7EA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12:20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D4F47C-35D8-4661-BA0E-A2586618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004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Save evidence + power down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02365D-5FA6-4B45-9B7A-C943D93A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004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Lunch-safe 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8F52A0-C4F3-4B70-B720-F176F4C5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The baseline tells the truth—even when it is partial or fails.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C9530C-B999-455C-B03B-9F64CE62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265962-577C-4C1C-B52D-76F32F0A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04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9C85A0-791D-4F79-9FB8-95C797AC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Restore • Add one layer • Test • Save • Redesign fairly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D4DBF2-03EF-4B82-B4F8-BACF3C42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20943353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600C4D-FDD5-47A0-82E7-546D5D5A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9D368-68CF-491B-824D-6E4EE2DE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3F116-FB3F-4077-9D40-27135648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JAN 25  •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BC642-CDBF-4B15-9B85-CE3FCACE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12:59–1:45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C8A81-A322-496F-8312-B23FFD99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Change one thing. Retest fairly.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86DE1-30AF-444D-B78F-8FC2B175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79792-B04B-4A9F-A206-C17AF9FF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78F76-F81D-43EA-BCAA-66F8E6F4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Use the same setup.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Use the same success condition.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Make one approved change.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Save a new code/hardware version.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Compare BETTER • WORSE • UNCHANGED • UNCERTAIN.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9AFEF-C35F-451E-BEAD-E12145A5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DC224-49D9-4A4C-971A-9C0611F0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30B1EB-8D0A-40C0-96A5-4353EF20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The claim matches visible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1A8C1-A999-4A4D-9AC8-BED61448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29596B-5EB1-44D1-A9E0-E6A4D689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Stop optional decoration and second redesigns.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E574E-400C-4B77-BACD-E17A656A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4A372B-8053-4975-8B34-D09D8674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45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3A2E7-F649-4A31-B1E8-3ABE495F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Restore • Add one layer • Test • Save • Redesign fairly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D3463D-2542-43EF-88B7-664B89E6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799318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A06360-4E48-4363-9DB0-486A7B10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83E29-CA92-44F2-823D-C6668DFA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ADF30-9C8C-4DA8-86AF-C591B059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JAN 25  •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652E5-D999-43DC-8D96-9661652E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1:45–2:21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03576-C6E9-494D-9C74-5A418EE0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Turn evidence into February priorities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44B9E-BE1A-49AC-A4D9-8DF7B891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364490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E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EF690-BA25-4757-BBF7-52C26546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364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54FED-F5A8-4EE2-9026-4B358C1C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22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E8B5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E8B57"/>
                </a:solidFill>
                <a:latin typeface="Aptos Display"/>
                <a:ea typeface="Aptos Display"/>
                <a:cs typeface="Aptos Display"/>
              </a:rPr>
              <a:t>DEMO READY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22AED-B090-405F-9668-5A7BB2D4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2258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Current baseline supports a safe complete demonstration.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D12AE-F983-4438-A849-79565CD2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47850"/>
            <a:ext cx="364490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E15FD-CDBE-4EE3-9666-5E468D11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47850"/>
            <a:ext cx="364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8FEF5-7071-407F-B6D2-F9B5895F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209800"/>
            <a:ext cx="322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rPr>
              <a:t>NAMED REPAIR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B46A5-1A43-4EF0-945A-BD8A4B83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3048000"/>
            <a:ext cx="32258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One exact repair, owner, and retest are identified.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16B87B-5FF6-468C-9EDC-A7FF9715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847850"/>
            <a:ext cx="364490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F406AD-265B-4C2D-92E4-F826CD02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847850"/>
            <a:ext cx="364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69CDA-2395-4E82-92EA-34BAABF0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209800"/>
            <a:ext cx="322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43D4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43D4C"/>
                </a:solidFill>
                <a:latin typeface="Aptos Display"/>
                <a:ea typeface="Aptos Display"/>
                <a:cs typeface="Aptos Display"/>
              </a:rPr>
              <a:t>CRITICAL BLOCKER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F0B1E7-3D25-424F-87ED-96F6F4D8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048000"/>
            <a:ext cx="32258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Safety or core function needs technical resolution.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9DF56E-9444-4154-BAAE-EF1CD083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1277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Save baseline • redesign • retest. Rank one CRITICAL, IMPORTANT, and OPTIONAL February action.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C32085-F253-4329-A454-B952D6BC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4C24AF-3A0C-4D6B-B3B3-9CD51A45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86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51A5A1-5B1F-4CBF-92AD-9C24D89A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Restore • Add one layer • Test • Save • Redesign fairly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F276CF-398C-43D0-A1E8-FF92FBFD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3329427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A043F2-F05A-4DBA-9B76-178A6D49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E71D4-82C5-4BC0-92DF-4C81303A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86C2A-97DA-4A79-8C5D-2AC68A30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JAN 25  •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41E08-1BD6-47EB-8F5C-BE524AF0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2:21–2:41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4393A-CF7F-4F5E-8EE8-9188A8A3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Close the studio safely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6889C-A6E7-4CCF-988D-FADEB527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CD59A-C7E2-4118-9EF4-815B3C83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71683-7862-41D1-A771-DAF06B62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Power off.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Code backed up.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Parts counted.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Project/bin labeled.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Log photographed; next five-minute action recorded.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C7551-B7D2-458C-B47F-FC765045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C88E5-433E-4979-8452-C5A5165D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0E0058-928A-45B9-9DED-E6F1F04E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Power, code, parts, label, evidence, and restart action all match.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E8D42-213C-4D9D-8D0B-15DD7571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5406E-29CB-4AD9-A8D3-464958B1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Erase the reusable log only after useful notes are photographed.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D0A2D-0F2D-4099-B5C3-40957F36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9B67FF-159E-448C-99CF-1B5E941A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5E226F-0A4C-4394-8F23-3A45EC5E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Restore • Add one layer • Test • Save • Redesign fairly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CE27D5-2068-4106-B446-DC43DEF7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7750220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2026-08-28T12:51:52.4630000Z</dcterms:created>
  <dcterms:modified xsi:type="dcterms:W3CDTF">2026-08-28T12:51:52.4630000Z</dcterms:modified>
</coreProperties>
</file>