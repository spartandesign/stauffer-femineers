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1e226a94ec45ad" /><Relationship Type="http://schemas.openxmlformats.org/officeDocument/2006/relationships/extended-properties" Target="/docProps/app.xml" Id="R01a4faec434747a8" /><Relationship Type="http://schemas.openxmlformats.org/officeDocument/2006/relationships/officeDocument" Target="/ppt/presentation.xml" Id="R758f78f26bcf44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f065f20e6a4b60"/>
  </p:sldMasterIdLst>
  <p:notesMasterIdLst>
    <p:notesMasterId xmlns:r="http://schemas.openxmlformats.org/officeDocument/2006/relationships" r:id="Rb5f582912afd4ef5"/>
  </p:notesMasterIdLst>
  <p:sldIdLst>
    <p:sldId xmlns:r="http://schemas.openxmlformats.org/officeDocument/2006/relationships" id="256" r:id="R271e3f6a96da4a5f"/>
    <p:sldId xmlns:r="http://schemas.openxmlformats.org/officeDocument/2006/relationships" id="257" r:id="R87ac5d0532de4125"/>
    <p:sldId xmlns:r="http://schemas.openxmlformats.org/officeDocument/2006/relationships" id="258" r:id="Rf2baa7c58ca64b77"/>
    <p:sldId xmlns:r="http://schemas.openxmlformats.org/officeDocument/2006/relationships" id="259" r:id="R5cf4c6ca3c484cd9"/>
    <p:sldId xmlns:r="http://schemas.openxmlformats.org/officeDocument/2006/relationships" id="260" r:id="R80238c48979d4132"/>
    <p:sldId xmlns:r="http://schemas.openxmlformats.org/officeDocument/2006/relationships" id="261" r:id="R1de33f6898cc4773"/>
    <p:sldId xmlns:r="http://schemas.openxmlformats.org/officeDocument/2006/relationships" id="262" r:id="R89de9705387a46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d9e3b52556495b" /><Relationship Type="http://schemas.openxmlformats.org/officeDocument/2006/relationships/slideMaster" Target="/ppt/slideMasters/slideMaster1.xml" Id="R0df065f20e6a4b60" /><Relationship Type="http://schemas.openxmlformats.org/officeDocument/2006/relationships/notesMaster" Target="/ppt/notesMasters/notesMaster1.xml" Id="Rb5f582912afd4ef5" /><Relationship Type="http://schemas.openxmlformats.org/officeDocument/2006/relationships/presProps" Target="/ppt/presProps.xml" Id="Rd87abb29b97046b0" /><Relationship Type="http://schemas.openxmlformats.org/officeDocument/2006/relationships/tableStyles" Target="/ppt/tableStyles.xml" Id="R8930c80e76cf46f7" /><Relationship Type="http://schemas.openxmlformats.org/officeDocument/2006/relationships/slide" Target="/ppt/slides/slide1.xml" Id="R271e3f6a96da4a5f" /><Relationship Type="http://schemas.openxmlformats.org/officeDocument/2006/relationships/slide" Target="/ppt/slides/slide2.xml" Id="R87ac5d0532de4125" /><Relationship Type="http://schemas.openxmlformats.org/officeDocument/2006/relationships/slide" Target="/ppt/slides/slide3.xml" Id="Rf2baa7c58ca64b77" /><Relationship Type="http://schemas.openxmlformats.org/officeDocument/2006/relationships/slide" Target="/ppt/slides/slide4.xml" Id="R5cf4c6ca3c484cd9" /><Relationship Type="http://schemas.openxmlformats.org/officeDocument/2006/relationships/slide" Target="/ppt/slides/slide5.xml" Id="R80238c48979d4132" /><Relationship Type="http://schemas.openxmlformats.org/officeDocument/2006/relationships/slide" Target="/ppt/slides/slide6.xml" Id="R1de33f6898cc4773" /><Relationship Type="http://schemas.openxmlformats.org/officeDocument/2006/relationships/slide" Target="/ppt/slides/slide7.xml" Id="R89de9705387a46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066f7fc9ff46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a8e4ab5bcf48d2" /><Relationship Type="http://schemas.openxmlformats.org/officeDocument/2006/relationships/notesMaster" Target="/ppt/notesMasters/notesMaster1.xml" Id="Rb2bad0ba61984f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dde59df0554667" /><Relationship Type="http://schemas.openxmlformats.org/officeDocument/2006/relationships/notesMaster" Target="/ppt/notesMasters/notesMaster1.xml" Id="R41ce5c1e94954f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5e59bded69471e" /><Relationship Type="http://schemas.openxmlformats.org/officeDocument/2006/relationships/notesMaster" Target="/ppt/notesMasters/notesMaster1.xml" Id="Rc0a73b57cd774f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bccc89d7c842e7" /><Relationship Type="http://schemas.openxmlformats.org/officeDocument/2006/relationships/notesMaster" Target="/ppt/notesMasters/notesMaster1.xml" Id="Ref1defb7a5dd40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88de4de519422a" /><Relationship Type="http://schemas.openxmlformats.org/officeDocument/2006/relationships/notesMaster" Target="/ppt/notesMasters/notesMaster1.xml" Id="R3bb1f22d4f1545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a6690d271b4780" /><Relationship Type="http://schemas.openxmlformats.org/officeDocument/2006/relationships/notesMaster" Target="/ppt/notesMasters/notesMaster1.xml" Id="R4686f52df3f64f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29381c61b64b52" /><Relationship Type="http://schemas.openxmlformats.org/officeDocument/2006/relationships/notesMaster" Target="/ppt/notesMasters/notesMaster1.xml" Id="R68306760565a46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0:00–2:00</a:t>
            </a:r>
          </a:p>
          <a:p xmlns:a="http://schemas.openxmlformats.org/drawingml/2006/main">
            <a:r>
              <a:t>MENTOR CUE: Hold up the minimum successful example and one personalized example. Keep the district activity theme-neutral. Start the timer immediately.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C:\Users\trira\OneDrive\Documents\Femineers\mentor-lesson-plans.html#kickoff-badge</a:t>
            </a:r>
          </a:p>
          <a:p xmlns:a="http://schemas.openxmlformats.org/drawingml/2006/main">
            <a:r>
              <a:t>- C:\Users\trira\OneDrive\Documents\Femineers\mentor-lesson-plans.html#kickoff-agenda</a:t>
            </a:r>
          </a:p>
          <a:p xmlns:a="http://schemas.openxmlformats.org/drawingml/2006/main">
            <a:r>
              <a:t>- C:\Users\trira\OneDrive\Documents\Femineers\glow-up-your-badge.html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2:00–4:00</a:t>
            </a:r>
          </a:p>
          <a:p xmlns:a="http://schemas.openxmlformats.org/drawingml/2006/main">
            <a:r>
              <a:t>MENTOR CUE: Use the open demonstration and only the final kit’s actual parts. Show polarity, arrow, keyed plug, or matching marks only when required. Never demonstrate a live short.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C:\Users\trira\OneDrive\Documents\Femineers\mentor-lesson-plans.html#kickoff-badge</a:t>
            </a:r>
          </a:p>
          <a:p xmlns:a="http://schemas.openxmlformats.org/drawingml/2006/main">
            <a:r>
              <a:t>- C:\Users\trira\OneDrive\Documents\Femineers\mentor-lesson-plans.html#kickoff-agenda</a:t>
            </a:r>
          </a:p>
          <a:p xmlns:a="http://schemas.openxmlformats.org/drawingml/2006/main">
            <a:r>
              <a:t>- C:\Users\trira\OneDrive\Documents\Femineers\glow-up-your-badge.html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4:00–7:00</a:t>
            </a:r>
          </a:p>
          <a:p xmlns:a="http://schemas.openxmlformats.org/drawingml/2006/main">
            <a:r>
              <a:t>MENTOR CUE: Keep choices fast. Prevent art materials from covering functional areas. Mentor spares stay separate from student kits.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C:\Users\trira\OneDrive\Documents\Femineers\mentor-lesson-plans.html#kickoff-badge</a:t>
            </a:r>
          </a:p>
          <a:p xmlns:a="http://schemas.openxmlformats.org/drawingml/2006/main">
            <a:r>
              <a:t>- C:\Users\trira\OneDrive\Documents\Femineers\mentor-lesson-plans.html#kickoff-agenda</a:t>
            </a:r>
          </a:p>
          <a:p xmlns:a="http://schemas.openxmlformats.org/drawingml/2006/main">
            <a:r>
              <a:t>- C:\Users\trira\OneDrive\Documents\Femineers\glow-up-your-badge.html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7:00–11:00</a:t>
            </a:r>
          </a:p>
          <a:p xmlns:a="http://schemas.openxmlformats.org/drawingml/2006/main">
            <a:r>
              <a:t>MENTOR CUE: Model one part at a time. Watch for reversal, crossed paths, poor contact, pinched material, loose tails, or the wrong connector.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C:\Users\trira\OneDrive\Documents\Femineers\mentor-lesson-plans.html#kickoff-badge</a:t>
            </a:r>
          </a:p>
          <a:p xmlns:a="http://schemas.openxmlformats.org/drawingml/2006/main">
            <a:r>
              <a:t>- C:\Users\trira\OneDrive\Documents\Femineers\mentor-lesson-plans.html#kickoff-agenda</a:t>
            </a:r>
          </a:p>
          <a:p xmlns:a="http://schemas.openxmlformats.org/drawingml/2006/main">
            <a:r>
              <a:t>- C:\Users\trira\OneDrive\Documents\Femineers\glow-up-your-badge.html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11:00–15:00</a:t>
            </a:r>
          </a:p>
          <a:p xmlns:a="http://schemas.openxmlformats.org/drawingml/2006/main">
            <a:r>
              <a:t>MENTOR CUE: Limit ordinary diagnosis to 30–45 seconds. Compare with the master, change one thing, then use a known-good swap instead of rebuilding for the student.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C:\Users\trira\OneDrive\Documents\Femineers\mentor-lesson-plans.html#kickoff-badge</a:t>
            </a:r>
          </a:p>
          <a:p xmlns:a="http://schemas.openxmlformats.org/drawingml/2006/main">
            <a:r>
              <a:t>- C:\Users\trira\OneDrive\Documents\Femineers\mentor-lesson-plans.html#kickoff-agenda</a:t>
            </a:r>
          </a:p>
          <a:p xmlns:a="http://schemas.openxmlformats.org/drawingml/2006/main">
            <a:r>
              <a:t>- C:\Users\trira\OneDrive\Documents\Femineers\glow-up-your-badge.html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15:00–18:00</a:t>
            </a:r>
          </a:p>
          <a:p xmlns:a="http://schemas.openxmlformats.org/drawingml/2006/main">
            <a:r>
              <a:t>MENTOR CUE: Count working, quick-help, and swap-needed badges. Check secure power, covered loose or sharp areas, complete path, and attachment.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C:\Users\trira\OneDrive\Documents\Femineers\mentor-lesson-plans.html#kickoff-badge</a:t>
            </a:r>
          </a:p>
          <a:p xmlns:a="http://schemas.openxmlformats.org/drawingml/2006/main">
            <a:r>
              <a:t>- C:\Users\trira\OneDrive\Documents\Femineers\mentor-lesson-plans.html#kickoff-agenda</a:t>
            </a:r>
          </a:p>
          <a:p xmlns:a="http://schemas.openxmlformats.org/drawingml/2006/main">
            <a:r>
              <a:t>- C:\Users\trira\OneDrive\Documents\Femineers\glow-up-your-badge.html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18:00–20:00</a:t>
            </a:r>
          </a:p>
          <a:p xmlns:a="http://schemas.openxmlformats.org/drawingml/2006/main">
            <a:r>
              <a:t>MENTOR CUE: Reset lead restores one complete kit per seat and confirms master/spare counts before the next group. Do not begin the Canvas submission during the rotation.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C:\Users\trira\OneDrive\Documents\Femineers\mentor-lesson-plans.html#kickoff-badge</a:t>
            </a:r>
          </a:p>
          <a:p xmlns:a="http://schemas.openxmlformats.org/drawingml/2006/main">
            <a:r>
              <a:t>- C:\Users\trira\OneDrive\Documents\Femineers\mentor-lesson-plans.html#kickoff-agenda</a:t>
            </a:r>
          </a:p>
          <a:p xmlns:a="http://schemas.openxmlformats.org/drawingml/2006/main">
            <a:r>
              <a:t>- C:\Users\trira\OneDrive\Documents\Femineers\glow-up-your-badge.html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9a380d6af445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304c2982464e48" /><Relationship Type="http://schemas.openxmlformats.org/officeDocument/2006/relationships/slideLayout" Target="/ppt/slideLayouts/slideLayout1.xml" Id="Rb8854cbd2b8643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854cbd2b8643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6bb29bffd4427" /><Relationship Type="http://schemas.openxmlformats.org/officeDocument/2006/relationships/image" Target="/ppt/media/image.bin" Id="R5995ab0b2303475d" /><Relationship Type="http://schemas.openxmlformats.org/officeDocument/2006/relationships/notesSlide" Target="/ppt/notesSlides/notesSlide1.xml" Id="R77c7c5be5cf140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68ac276574117" /><Relationship Type="http://schemas.openxmlformats.org/officeDocument/2006/relationships/notesSlide" Target="/ppt/notesSlides/notesSlide2.xml" Id="R980f03d92b7147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9f5ecd34243aa" /><Relationship Type="http://schemas.openxmlformats.org/officeDocument/2006/relationships/notesSlide" Target="/ppt/notesSlides/notesSlide3.xml" Id="R970a8af70f1547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8ee8472f74ce0" /><Relationship Type="http://schemas.openxmlformats.org/officeDocument/2006/relationships/notesSlide" Target="/ppt/notesSlides/notesSlide4.xml" Id="Rdb0be86df8e147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d6544435f46fe" /><Relationship Type="http://schemas.openxmlformats.org/officeDocument/2006/relationships/notesSlide" Target="/ppt/notesSlides/notesSlide5.xml" Id="R1375c4db30e946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ba4f0dd35438d" /><Relationship Type="http://schemas.openxmlformats.org/officeDocument/2006/relationships/notesSlide" Target="/ppt/notesSlides/notesSlide6.xml" Id="Re9220decd7fa4b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0843d58c94cea" /><Relationship Type="http://schemas.openxmlformats.org/officeDocument/2006/relationships/notesSlide" Target="/ppt/notesSlides/notesSlide7.xml" Id="Rcb736cd084b84b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EC484-93A3-4860-96F4-00BA9E26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29AC7-A2B1-4623-8782-DD0903CC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80123-4AF4-41C1-BCD7-46C0178B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OCT 13  •  1/7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AE9D0-DE30-471B-AC42-ED197B09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20-MINUTE DISTRICT ROTATION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543A0-5DE3-436E-AB07-B71CC049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Glow Up Your Badge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0895F-5E79-40E7-9FE0-722A893E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9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Tuesday, October 13, 2026  •  District Femineers Kickoff  •  Griffiths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E53AC-4922-4578-8359-4BD08EAB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6000750" cy="240030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002EE-EABC-4032-A3DD-C51C957A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095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114300" bIns="38100" anchor="ctr">
            <a:normAutofit fontScale="7856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0:00–2:00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C9AF2-8BEF-41C2-98FC-64DCF7BF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539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Personalize a badge + make it light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FA2C4-8B9D-4DE1-80CB-A5AF12E2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39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Working light</a:t>
            </a:r>
          </a:p>
          <a:p xmlns:a="http://schemas.openxmlformats.org/drawingml/2006/main">
            <a:pPr algn="l">
              <a:defRPr sz="15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Secure power</a:t>
            </a:r>
          </a:p>
          <a:p xmlns:a="http://schemas.openxmlformats.org/drawingml/2006/main">
            <a:pPr algn="l">
              <a:defRPr sz="15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Safe attachment</a:t>
            </a:r>
          </a:p>
          <a:p xmlns:a="http://schemas.openxmlformats.org/drawingml/2006/main">
            <a:pPr algn="l">
              <a:defRPr sz="15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Shared tools returned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5ab0b2303475d"/>
          <a:srcRect xmlns:a="http://schemas.openxmlformats.org/drawingml/2006/main" l="18077" t="0" r="180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742950"/>
            <a:ext cx="4743450" cy="4953000"/>
          </a:xfrm>
          <a:prstGeom xmlns:a="http://schemas.openxmlformats.org/drawingml/2006/main" prst="roundRect">
            <a:avLst>
              <a:gd name="adj" fmla="val 321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6C56E-BFB5-47DF-84E3-333CEAE2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95950"/>
            <a:ext cx="4743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0ECD0-1AB6-4C24-BD55-E8902D93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81675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The circuit is standardized. The design is yours.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5B89F-82D1-4CBC-A456-4602850E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B6E9A-6106-46A1-BA04-C30153DF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61108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7F6B3-E07F-4F10-825C-A17DC442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Standard circuit • Personal design • Safe light-up badge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48CD0-494D-40EF-A628-03D06F5B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2076812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5C96A-C18C-4070-B625-9947D6D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D7159-F586-4DD2-BB83-D1C0306F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19065-9B25-4690-92E9-CD902AA6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OCT 13  •  2/7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1ED5C-A468-4E5C-BB84-8551141C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2:00–4:00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CBA6B-1FE5-447E-9A87-EF331900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How the light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C9F08-2A83-4234-A129-E2A544C9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0AA13-0B53-4C20-955D-49563810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2EDBF-5480-440C-87F1-88333E63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The battery provides energy.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The light module changes that energy into light.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Open path = gap = off.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Complete approved path = light 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Power comes last. Dark badge? Stop and raise your hand.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B51FC-AD5C-4134-A3F3-55C0267F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62951-1E02-4462-9725-F5004990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23855-A784-4783-BCE5-197D2674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Everyone can point to the power source, light, and approved path.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9CB85-4B37-4B84-94F2-A595BF66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E832C-6B5B-43F8-A345-AA05249A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Match the exact orientation marks shown at the station.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FCBD2-131F-453B-BB4A-DFEDC936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476EC-2890-4517-87C9-8E7772B5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22217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14C7F-8297-4CB1-9A1B-008E336C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Standard circuit • Personal design • Safe light-up badge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37787-BC43-429F-AC3F-8236AF88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8355246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11B6B-7353-4241-9FE1-66EE37C4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D8202-3026-4E11-9B3E-BBB69D30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9CE24-D26A-400E-BD05-9EC6C22D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OCT 13  •  3/7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7E81B-85D9-4B71-82D9-BEA24C47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4:00–7:00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D278D-E31B-419D-A34B-19C23444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Check your kit + personalize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8B462-3FF2-4912-893C-F816F34C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C6C73-B1B6-4B3B-B7B2-589BFA1D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B0983-162C-4091-AF7C-021049CE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4:00–5:00: compare the tray with the pictured parts list.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Choose one approved base or insert.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5:00–7:00: add name, color, stickers, or quick shapes.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At 6:00: one minute remains for decoration.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79935-8776-47C1-A712-622665AE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4BDBD-4EA1-479F-BC2C-BC2EED57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E67FF-C01F-4B0C-B07B-EAD744A7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Contacts, switch, opening, orientation marks, and attachment point remain clear.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09571-F5F2-4033-B99D-7617294F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679BF-F20F-4B09-B6CF-A94D58E3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Swap an incomplete or mismatched kit immediately.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117C2-C6B4-428F-AD4D-BB6056F5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30808-CC8E-4DF9-A4FD-048780F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83325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B33A8-19C5-4720-8D7C-9736F4B9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Standard circuit • Personal design • Safe light-up badge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D4256-3AD5-463B-9E60-DAD00591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931857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C1DAB-F5AF-4760-996F-EB7E02D9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E5536-5A1A-42A9-8384-90ABF7E6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8F59A-014A-4CE1-8D71-3918C6EB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OCT 13  •  4/7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252AC-3AD0-4784-860A-0D30F89D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7:00–11:00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4A283-3D9D-408C-9949-F4D7E3BA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Place + connect with power 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3E414-5A9E-47E3-B813-3AF11764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791A7-1342-4355-A7E0-ED4ED591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50EEA-C56D-4C64-871C-3465DB66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Match the real placement photo.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Match every required orientation mark.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Complete only the approved no-solder connection.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Stop and ask—do not improvise another circuit.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92855-0401-4645-94F8-FC7C5B96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83148-DC7D-41BB-BE27-3B30071D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ECA03-8F55-487A-8248-3B14A625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The unpowered layout matches the approved example before testing.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C0CA1-759C-496D-95D5-02249F1F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3D3A0-19EC-46CA-8416-8552C331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One part at a time. Keep service points visible.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702DF-0A8D-48C0-94C7-15256293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2C45D-7936-41C4-AC71-351F1139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44434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584C5-A137-45B4-B57C-74D7E63B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Standard circuit • Personal design • Safe light-up badge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0243C-CF82-4533-B802-891F3B3B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858795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B268F-0FDA-456D-96A5-7778AAA2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79A4B-54A6-4B7D-A10E-6C1B6132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FCB3F-19EF-4179-A04E-6433E97D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OCT 13  •  5/7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1E6B5-9894-4746-A501-595ACC2D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11:00–15:00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A5C0C-90F7-4159-808E-5C2DCFEA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Power last. Test on the 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D934E-B077-4D2C-ADB6-C8DA8A59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D2D28-CE53-4459-A57B-DE03CD08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76875-AF1F-4CC3-B030-957EABCC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11:00–13:00: compare marks, add/switch on power, observe.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Dark badge? Raise your hand for quick help.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13:00–15:00: if it works, secure and finish.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Test again after securing.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D1B0F-480F-4BBD-8FCE-AD4C2FEE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2445E-4355-4FB3-81AC-C04282D4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05982-A353-4105-B848-566E2D95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Working light + secure power + reachable switch/battery opening.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C712B-A9CD-42F6-8BE0-08BEF1D5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50CA5-9318-47FE-8F82-D8876F81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STOP for warmth, odor, damage, loose power, or unstable flicker.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FA3D7-0DD6-4F8A-92FC-961155A9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5492B-2F32-42E1-A0C7-66D7DB19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05542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28F06-724E-43E6-8EF0-171D3FCA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Standard circuit • Personal design • Safe light-up badge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D6CFC-96DF-45A7-9B10-469217CF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233916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D3041-168D-46C4-ABCE-6BCF0EF9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7DDD0-1790-4B6F-A32C-69E1E2C6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7621A-EF7B-4C84-82DF-AF0988F6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OCT 13  •  6/7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16A8E-B4A3-49C8-9D46-F10B9D4A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15:00–18:00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C68DF-A2FF-479B-8F3A-D41AF873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Show your light + explain the 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4FB89-3AB1-43B3-BBDA-A808C7EF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7FD6F-B311-4C2A-AE5E-980699C7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17077-C4E4-4118-9BDD-CCC64F66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15:00–15:30: everyone runs the final table test.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15:30–17:00: point to battery, light, and complete path.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Tell a partner why the light turns 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17:00–18:00: complete the final mentor safety check.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7A22C-D5B6-40DD-8458-E3BF41F0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9CE3B-3218-473C-B534-A0B208DE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72047-7E17-4BC1-BA22-E9A9A822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A badge that does not pass the safety check is not worn.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346F0-1087-4ABF-8FFA-57DF97A9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3A0A4-A770-4D66-97AF-2BED7835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Secure power • covered loose/sharp areas • secure attachment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9FA85-B97A-4477-B0BB-18CCC445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FDA68-A747-47AF-B4B2-8D73A2FD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66651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F6D4A-F8AD-4D6B-95A3-FCAD8465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Standard circuit • Personal design • Safe light-up badge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3B7C6-7E69-4DB3-9183-A85D225D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7911408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CFA79-A773-4822-A668-BE38617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DA6D3-BC72-4900-AC8C-2D7BD5AB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90BE5-3EFD-466B-96F4-C089DA66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OCT 13  •  7/7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A32C9-2886-490D-93CB-96667100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18:00–20:00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D11FE-E544-417C-9A85-C354865F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Wear only after approval + reset the station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F856A-0F46-46E4-944E-73CADA72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0EE9B-ADE4-4777-8F3D-EAFB6B16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331E7-316A-428D-A400-C6586940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18:00–19:00: attach the badge after mentor approval.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19:00–19:40: return tools, scraps, unused parts, inspect items.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19:40–20:00: take your badge and move to the next station.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Photo + reflection happen later—not during this workshop.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B9FCE-D808-49EF-8BEE-041891D2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DF4B3-CDAF-4904-A44F-AA515FB4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A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A49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59D07-B124-4DBC-A982-EC58BF2F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Every seat is clear and the next complete kit is ready.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87386-F769-4D7F-8A2F-7D896BB9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67752-BAD5-4778-87D0-57479E68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Failed electronics go to INSPECT—never back into stock.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330BD-AF2F-475E-97A5-8B0CBB07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AFC8C-C0D8-4039-B88F-82033CC9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54CC4-FCD8-4878-B305-04EB71F5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Standard circuit • Personal design • Safe light-up badge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F6C1A-8C4C-40F5-AECD-786DF8C2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872178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2026-08-28T12:56:54.3160000Z</dcterms:created>
  <dcterms:modified xsi:type="dcterms:W3CDTF">2026-08-28T12:56:54.3160000Z</dcterms:modified>
</coreProperties>
</file>