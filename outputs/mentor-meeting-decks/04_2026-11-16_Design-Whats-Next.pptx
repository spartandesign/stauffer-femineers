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55957816924e67" /><Relationship Type="http://schemas.openxmlformats.org/officeDocument/2006/relationships/extended-properties" Target="/docProps/app.xml" Id="Rea964d58b4eb4c2d" /><Relationship Type="http://schemas.openxmlformats.org/officeDocument/2006/relationships/officeDocument" Target="/ppt/presentation.xml" Id="R4c1d2d0633c4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f34b5598a4e3d"/>
  </p:sldMasterIdLst>
  <p:notesMasterIdLst>
    <p:notesMasterId xmlns:r="http://schemas.openxmlformats.org/officeDocument/2006/relationships" r:id="R807acf519b3645c6"/>
  </p:notesMasterIdLst>
  <p:sldIdLst>
    <p:sldId xmlns:r="http://schemas.openxmlformats.org/officeDocument/2006/relationships" id="256" r:id="R4a5bf8e543304e91"/>
    <p:sldId xmlns:r="http://schemas.openxmlformats.org/officeDocument/2006/relationships" id="257" r:id="R23c6c92c01374849"/>
    <p:sldId xmlns:r="http://schemas.openxmlformats.org/officeDocument/2006/relationships" id="258" r:id="R19cb378a42204b8e"/>
    <p:sldId xmlns:r="http://schemas.openxmlformats.org/officeDocument/2006/relationships" id="259" r:id="R8cd7ddda5efa4b9e"/>
    <p:sldId xmlns:r="http://schemas.openxmlformats.org/officeDocument/2006/relationships" id="260" r:id="R6a5f10b0128946b4"/>
    <p:sldId xmlns:r="http://schemas.openxmlformats.org/officeDocument/2006/relationships" id="261" r:id="Rba775179737a4cbb"/>
    <p:sldId xmlns:r="http://schemas.openxmlformats.org/officeDocument/2006/relationships" id="262" r:id="Rb717bcb3490d4f58"/>
    <p:sldId xmlns:r="http://schemas.openxmlformats.org/officeDocument/2006/relationships" id="263" r:id="R0341072527664d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7f12b7b4664b8a" /><Relationship Type="http://schemas.openxmlformats.org/officeDocument/2006/relationships/slideMaster" Target="/ppt/slideMasters/slideMaster1.xml" Id="R0b3f34b5598a4e3d" /><Relationship Type="http://schemas.openxmlformats.org/officeDocument/2006/relationships/notesMaster" Target="/ppt/notesMasters/notesMaster1.xml" Id="R807acf519b3645c6" /><Relationship Type="http://schemas.openxmlformats.org/officeDocument/2006/relationships/presProps" Target="/ppt/presProps.xml" Id="Ra0d94cf8d3b64380" /><Relationship Type="http://schemas.openxmlformats.org/officeDocument/2006/relationships/tableStyles" Target="/ppt/tableStyles.xml" Id="R623779a774324c94" /><Relationship Type="http://schemas.openxmlformats.org/officeDocument/2006/relationships/slide" Target="/ppt/slides/slide1.xml" Id="R4a5bf8e543304e91" /><Relationship Type="http://schemas.openxmlformats.org/officeDocument/2006/relationships/slide" Target="/ppt/slides/slide2.xml" Id="R23c6c92c01374849" /><Relationship Type="http://schemas.openxmlformats.org/officeDocument/2006/relationships/slide" Target="/ppt/slides/slide3.xml" Id="R19cb378a42204b8e" /><Relationship Type="http://schemas.openxmlformats.org/officeDocument/2006/relationships/slide" Target="/ppt/slides/slide4.xml" Id="R8cd7ddda5efa4b9e" /><Relationship Type="http://schemas.openxmlformats.org/officeDocument/2006/relationships/slide" Target="/ppt/slides/slide5.xml" Id="R6a5f10b0128946b4" /><Relationship Type="http://schemas.openxmlformats.org/officeDocument/2006/relationships/slide" Target="/ppt/slides/slide6.xml" Id="Rba775179737a4cbb" /><Relationship Type="http://schemas.openxmlformats.org/officeDocument/2006/relationships/slide" Target="/ppt/slides/slide7.xml" Id="Rb717bcb3490d4f58" /><Relationship Type="http://schemas.openxmlformats.org/officeDocument/2006/relationships/slide" Target="/ppt/slides/slide8.xml" Id="R034107252766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832d30c1840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812307b45475f" /><Relationship Type="http://schemas.openxmlformats.org/officeDocument/2006/relationships/notesMaster" Target="/ppt/notesMasters/notesMaster1.xml" Id="Rffb5b3dcd369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222792c2594bc6" /><Relationship Type="http://schemas.openxmlformats.org/officeDocument/2006/relationships/notesMaster" Target="/ppt/notesMasters/notesMaster1.xml" Id="R035b4aa8947943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633cf727149d8" /><Relationship Type="http://schemas.openxmlformats.org/officeDocument/2006/relationships/notesMaster" Target="/ppt/notesMasters/notesMaster1.xml" Id="R34b1618f17c8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ba3276321472e" /><Relationship Type="http://schemas.openxmlformats.org/officeDocument/2006/relationships/notesMaster" Target="/ppt/notesMasters/notesMaster1.xml" Id="Rad7a3013a18f4b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120dd4dc04e57" /><Relationship Type="http://schemas.openxmlformats.org/officeDocument/2006/relationships/notesMaster" Target="/ppt/notesMasters/notesMaster1.xml" Id="Rf72ff1870d184f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df680d55a44d75" /><Relationship Type="http://schemas.openxmlformats.org/officeDocument/2006/relationships/notesMaster" Target="/ppt/notesMasters/notesMaster1.xml" Id="R3973469e4c4a4b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a677a9ab8e449b" /><Relationship Type="http://schemas.openxmlformats.org/officeDocument/2006/relationships/notesMaster" Target="/ppt/notesMasters/notesMaster1.xml" Id="Rf3b5bac2b31447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11f6e7d4c49db" /><Relationship Type="http://schemas.openxmlformats.org/officeDocument/2006/relationships/notesMaster" Target="/ppt/notesMasters/notesMaster1.xml" Id="R633bba9a4867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8:00–8:20</a:t>
            </a:r>
          </a:p>
          <a:p xmlns:a="http://schemas.openxmlformats.org/drawingml/2006/main">
            <a:r>
              <a:t>MENTOR CUE: Nothing receives power. Confirm the correct project, materials, device identity, and repairable milestone.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8:20–8:40</a:t>
            </a:r>
          </a:p>
          <a:p xmlns:a="http://schemas.openxmlformats.org/drawingml/2006/main">
            <a:r>
              <a:t>MENTOR CUE: Use the working examples. Ask, ‘What should we observe if this passes?’ Have students explain the sequence back.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8:40–9:38</a:t>
            </a:r>
          </a:p>
          <a:p xmlns:a="http://schemas.openxmlformats.org/drawingml/2006/main">
            <a:r>
              <a:t>MENTOR CUE: Release prototype materials only. Protect the same test condition across all trials. Photograph the prototype and record the status before snack.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9:38–9:51</a:t>
            </a:r>
          </a:p>
          <a:p xmlns:a="http://schemas.openxmlformats.org/drawingml/2006/main">
            <a:r>
              <a:t>MENTOR CUE: Complete actual counts before students move. Investigate any missing needle or kit part immediately.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9:51–11:45</a:t>
            </a:r>
          </a:p>
          <a:p xmlns:a="http://schemas.openxmlformats.org/drawingml/2006/main">
            <a:r>
              <a:t>MENTOR CUE: Move hidden or questionable work to repair/inspect. Release only the next measurable construction step. Require evidence before anything moves.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11:45–12:59</a:t>
            </a:r>
          </a:p>
          <a:p xmlns:a="http://schemas.openxmlformats.org/drawingml/2006/main">
            <a:r>
              <a:t>MENTOR CUE: Verify evidence names on the reusable log. Do not release lunch until the actual pathway shutdown is complete.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12:59–2:05</a:t>
            </a:r>
          </a:p>
          <a:p xmlns:a="http://schemas.openxmlformats.org/drawingml/2006/main">
            <a:r>
              <a:t>MENTOR CUE: Require a reason for each meaningful change. Keep optional work deferred. Check evidence before the work surface is cleared.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2:05–2:41</a:t>
            </a:r>
          </a:p>
          <a:p xmlns:a="http://schemas.openxmlformats.org/drawingml/2006/main">
            <a:r>
              <a:t>MENTOR CUE: Use a 60–90 second conference. Reject ‘keep working’ as a next step; require a verb plus the exact part or subsystem. Record the December action before cleanup.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C:\Users\trira\OneDrive\Documents\Femineers\mentor-lesson-plans.html#nov16-agenda</a:t>
            </a:r>
          </a:p>
          <a:p xmlns:a="http://schemas.openxmlformats.org/drawingml/2006/main">
            <a:r>
              <a:t>- C:\Users\trira\OneDrive\Documents\Femineers\phase-3-build.html</a:t>
            </a:r>
          </a:p>
          <a:p xmlns:a="http://schemas.openxmlformats.org/drawingml/2006/main">
            <a:r>
              <a:t>- C:\Users\trira\OneDrive\Documents\Femineers\build-progress-evidence.html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33cf32d8c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ad3da30ed0449d" /><Relationship Type="http://schemas.openxmlformats.org/officeDocument/2006/relationships/slideLayout" Target="/ppt/slideLayouts/slideLayout1.xml" Id="R224ae6e9956d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4ae6e9956d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5ee971ee14343" /><Relationship Type="http://schemas.openxmlformats.org/officeDocument/2006/relationships/image" Target="/ppt/media/image.bin" Id="R3a3bf9098f6b40c2" /><Relationship Type="http://schemas.openxmlformats.org/officeDocument/2006/relationships/notesSlide" Target="/ppt/notesSlides/notesSlide1.xml" Id="Re4301d7abf8245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3330b7614967" /><Relationship Type="http://schemas.openxmlformats.org/officeDocument/2006/relationships/notesSlide" Target="/ppt/notesSlides/notesSlide2.xml" Id="Rdb4ac3f35998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82e17890c49d4" /><Relationship Type="http://schemas.openxmlformats.org/officeDocument/2006/relationships/notesSlide" Target="/ppt/notesSlides/notesSlide3.xml" Id="R14ce6d363cd543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6dc4699df4ad4" /><Relationship Type="http://schemas.openxmlformats.org/officeDocument/2006/relationships/notesSlide" Target="/ppt/notesSlides/notesSlide4.xml" Id="R1ac3b4a88e3140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28febb6f84329" /><Relationship Type="http://schemas.openxmlformats.org/officeDocument/2006/relationships/notesSlide" Target="/ppt/notesSlides/notesSlide5.xml" Id="R7e56d9e6f025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47d2f69324bb6" /><Relationship Type="http://schemas.openxmlformats.org/officeDocument/2006/relationships/notesSlide" Target="/ppt/notesSlides/notesSlide6.xml" Id="R26d01110ce41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a06239f24ca5" /><Relationship Type="http://schemas.openxmlformats.org/officeDocument/2006/relationships/notesSlide" Target="/ppt/notesSlides/notesSlide7.xml" Id="Rb0df4487ae2745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9b1317c024510" /><Relationship Type="http://schemas.openxmlformats.org/officeDocument/2006/relationships/notesSlide" Target="/ppt/notesSlides/notesSlide8.xml" Id="R1c30d0c33bca47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FA40E-5492-4085-9A05-0817082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C4B9-407D-4A7F-829C-08514AC6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365AE-FC23-4E67-824D-2915EA5F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4CF7E-0983-4326-B2C1-50576DE2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FULL WORKDAY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C9A0C-A8C5-4BDA-9CF2-3B3C3795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Design What’s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1F425-E3AD-4E67-B7D2-095F8DE3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Monday, November 16, 2026  •  8:00 a.m.–2:41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95D38-052F-4817-92BA-A880F2AF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584D4-A21F-42EC-AB54-6F5F531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8:00–8:20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5A78D-6C9B-4D72-A79C-036861D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Start with one small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5DDD7-A4FD-490C-BC8A-AF235775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Retrieve only your named bin.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Open the approved Design Ready plan.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one uncertainty, success, stop rule, and milestone.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bf9098f6b40c2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C9016-2B4D-4578-8906-88C46B52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2C3D7-7A5A-407C-8169-F82B5E3C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mentor approves one small test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2418D-7656-4A79-B565-86216474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722FB-ED4A-4BE6-A20A-41C39B74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0A49E-9F2A-4865-8026-5C882353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57992-AEF8-47DB-9B70-496F0EB5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618740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1E550-889F-4CF5-9278-E628AAEF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65B9-FEB1-4488-B568-3B273822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2425B-B49D-4A36-ACBE-E059215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7C512-BC92-40AF-BB9D-FB13E16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8:20–8:40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0940B-EB49-4C2B-9F2E-82BFC16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Make the test safe + fair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4711E-015B-4EFD-BEA5-29D76E7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FABC-0F18-47E2-A972-583E5920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965D-CF3A-49CA-8DA5-9F4AD84A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Battery out before touching wearable paths.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Safe reset before Robotics motion.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Keep the test condition the same.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Run three honest trials.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Change only one variable.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76816-7F6C-406E-9101-42A58DF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C6D87-6FFF-454A-A3C2-AF939EC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DF16F-B055-4505-9F61-4A7230F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Everyone can explain what should be observed if the test passes.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84B69-4454-414C-882D-6400129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8FEAE-0E86-4A14-B3A9-AD76F53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STOP for warmth, odor, damage, unsafe motion, or unknown device.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0DC9F-B6CC-4FDE-AEE8-C6640FE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72F0E-AA12-4CBF-B8C8-94D44E6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81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215CE-B86E-4177-B8C0-614F682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F81E5-B3E5-496E-A960-A90F887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402390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B2383-5E5A-4D6A-BB97-51C03634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98968-C0CE-4BDD-902B-5AEE9013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529E8-9BF3-4C04-A6C4-F5682C59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EB8FE-55D2-418A-8E1C-9552229B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Prototype sprint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0ABE6-C617-44BB-81B9-AC3A81A1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Answer the uncertainty before permanent construction.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DC380-3695-4C44-AF2F-EC5B113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7CC5-216B-4688-96A7-6383649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DE108-796D-4ABF-8300-082CF56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5787A-DACF-4CD5-B7B5-83BC5B4F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Build the smallest useful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223E9-FD44-4E08-9AEF-6000494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Prototype materials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5AF64-B525-4110-8356-9AE571CB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1E06F-CB4F-4B54-BC08-1C78969C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8:55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B5A1C-82F0-4ECA-A557-1D074719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Run three comparable trials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0392C-D82C-4629-B72C-2F8CE39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Record what happened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B56BD-0407-42E6-A89F-4AF4B3C6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3F4FE-E048-41FA-B77C-0DB8AEA5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6A3C2-CF9F-4F10-B4A4-790CE70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5E1B3-B39B-4A9C-B2C6-CABB2B3D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Change one thing + 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D9AB8-2723-430B-B93A-9E18622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Same 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8E6A5-C990-4460-A6CF-076095A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B2382-85FD-48F2-8412-ACF2C16F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2EFF9-A77F-4B44-9C43-8FB2BEB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proof + meet the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1ADD1-A3D4-4761-BE9E-241B0D1C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CLEARED / REVISION / HOLD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55C40-425C-4AD3-B45D-C23C8CCC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No permanent construction before observable evidence and mentor clearance.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EA734-A014-446B-A5A3-F3274B9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F5E382-F754-4B2A-BAE3-8F1DB3B6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DED78-1482-4882-A414-965F9A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9C3DA-2667-4581-8CC5-8CEDC19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021288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E37A7-6667-4491-A2B3-DCE55576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EAA91-EDEE-4FDC-A657-3FB4019B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C2432-A726-4CF3-A7B7-532DAFF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9EDCE-3988-4CE2-BA98-7F572292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9:38–9:51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8FADB-AD9E-4374-BE01-D5774A8D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Snack + safe reset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60930-1D77-4F77-93D4-8B5587D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38502-05CD-4C7A-BD13-A6C2F72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2A8B9-A80B-4F0F-8267-2988F7B6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All power off.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Needles and numbered kits counted.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Wet work stays flat and labeled.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Leave every project in its safe pause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B6129-5926-4D60-BF21-C4516F6F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974D0-EF90-4A48-BDEF-955B4ECD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0C359-E8B4-4C3C-8A05-0C9C074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Return ready at 9:51 with actual counts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5B7DA-2C1F-4682-9447-DB1B1600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7F6C7-7F38-4B8A-AF25-DA81D9A4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No powered, sharp, wet, or loose item unattended.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DD9BF-AB6F-4E34-BCB9-68809C44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9D9AE-8AAA-463B-8BA5-5DB618DF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86EBF-03E5-4A1E-8DB0-35161ADF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07C08-2F30-4726-AF33-ABA4D07D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807155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448963-2DF5-412D-8D12-80B0784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1EB95-D76E-4BCD-92F5-CA2BDA4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C16B1-291E-43DA-B136-69C0FB57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B3BAF-A405-40C1-9EB2-847D60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Build only what passed the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5ACF8-B023-4686-BBBC-1752B9D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Circulate by safety and engineering risk—not decoration quality.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8DE26-5C8C-4F66-A4C1-B06C7790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024DC-5450-40FD-8E40-2C85DA9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E4BB-8DD4-467E-8B16-C26E8B5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E8112-A230-4FB1-A74A-306BDF4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Permanent-construction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EEF86-7CDA-40FB-8408-C6A545C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Trace / inspect / clear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B62BC-F44E-48C3-8E0F-79B77019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8EEB0-B432-447E-9BBF-7F230BC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235C3-8403-4483-8949-C6F4D69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Build the approved milestone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DACCD-F676-49E8-B01E-568F21D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Keep access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4A0ED-C67F-4BD2-8FA4-D3F4B51C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0CE3E-9414-4260-B7F4-8AB6AF16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0E63B-C725-42ED-959C-E890B01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FD1E1-FE55-402E-B9A8-60382A7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Power-off quality pause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68942-D734-4EBB-8A15-A7204F6A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Count + inspect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0CDD8-DB30-4DCA-B938-537098D3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1633F-F943-46F8-B1D8-FB6D558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9382E-03C2-4B5A-95CB-9F621688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Continue one named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B14AD-156D-4FC3-A115-66294C08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No optional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3B1E8-EFB3-4EB5-94E6-45D2F8D2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7B298-9324-4B54-97FE-BFD2CDE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1F695-B4B7-4182-A922-69A0831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11:35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0AACB-D7E5-4EB1-AD0E-C603C503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Save overall + close-up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6F680-DDCD-46C0-A5D2-E37E280B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Name the lunch-safe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95EC7-08B6-453E-A311-68AA133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Power, connections, sensors, mechanisms, and controllers remain accessible for repair.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624D0-B38C-4E04-87C3-6B519E8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4A513C-3ED0-4AEE-BB8B-AFA3D1B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2D353-4826-4D1B-BDAD-923B1946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C2117-7588-4F89-B578-DDC9752D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199575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3E253-CAB6-4283-B528-F344F87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C890C-6A1F-4566-9A87-5589ED2B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5B35C-C83E-4755-A0D8-188317D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6D49E-49E6-469D-B822-2B566704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11:45–12:59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D6AA7-30F2-4173-98EC-8C61101A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Save progress before lunch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606A6-3179-4B12-B390-41E5BB1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B145C-8DBF-4D64-ADDD-FD857914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EA568-65AA-472F-8D8A-35CF274A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Save an overall photo + engineering close-up.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Write the afternoon restart action.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Wearables: manage battery, count needles, protect wet work.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Robotics: safe reset, disconnect, power off, count kit.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Lunch begins at 12:29.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224B1-CFE0-478B-8CED-1748C694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418EC-01A1-40E8-8145-A6E2A516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9FFC4-1BC5-4BB8-8B9E-226DEC46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No powered, sharp, wet, loose, or unsupported item remains unattended.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2373B-8976-4EAA-B880-18074C97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D1F35-520F-4B90-B2B3-EF103F5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Evidence exists before the mat is erased or project moves.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9F82D-0C2D-4C5F-980F-1EC0AE3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36ED9-9A2B-42A2-8A6D-87D5EC32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45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D9DB2-E8A1-411A-9A6F-DD49F800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1F072-3F39-4F64-9E13-B8A43C2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24632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B8F94-7EA3-4D47-9D28-08EE8B4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978F9-2F9C-4762-BFF6-181C0F7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B5DE7-0AF7-4568-8374-0E85B78A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813A8-E8BC-430F-90CE-D00A061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12:59–2:05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5BE0-F9C1-4C68-B3C1-AE0AED2C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Finish the milestone + show real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1F10-442A-4140-ADF6-7FE241D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D597B-99F1-44F1-BA9B-82809954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D8350-CA64-4BAB-938A-6495E24E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Restart from the written action.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Compare the plan with what was actually built.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Continue or repair the approved milestone.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At 1:45 save prototype result, overall photo, close-up, change, status.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the first December 7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C3016-B24A-4709-B6A6-FF330CF7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BC6B1-D524-487C-8586-A018C91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6C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6C5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09DFC-E877-4E30-9999-8E58FAA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Unfinished work is acceptable. Unclear evidence is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F181B-8F58-4ADB-B142-F31FE90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D9963-2D83-4706-A506-16D828D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Capture evidence while the project is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409A4-B181-45A9-8BB1-4D5A9BA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28CA7-20BA-4A70-B2F8-B3BA4D4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4FDEE-18E4-4CD4-81C8-40959580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F0302-1026-46BD-A352-DAB71368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952120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1327D-596B-4377-BB4F-E87DF68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C1299-5070-42AD-8DF8-69837422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E6C5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F571F-C42C-40CE-93AD-1547446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NOV 16  •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CEFB-08AB-4D23-9707-661B885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2:05–2:41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7F8E3-8F03-418A-B55E-374B7BF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Status, restart, 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74E58-B574-4456-A2D6-6CB1DC4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AAA93-D7A0-47B3-8299-1726EE1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41D12-B9D1-455F-BF8B-E065E17D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ON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CC5E1-81D2-4BA6-9580-12FD94C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Safe measurable progress; December action is clear.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65738-1174-41D4-9ACE-5D44D21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2CF4A-E957-4588-9E4D-CD44DB5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02B66-C765-4D99-B9AF-CC48FD60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TARGETED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4597D-6A39-4B4F-A4CE-50F2908C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named repair must happen first next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9732B-8E10-42D4-8BCF-BB7B704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31F02-46E7-49A9-A30A-FD23DD13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CB89C-6877-49F1-BE19-0ADF25E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A747E-147D-4E1D-820C-C1518FE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A safety, material, code, or technical issue prevents safe progress.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47C1C-D0F3-439F-924D-920994C7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Power off • Count • Label • Protect • Store. Another mentor could restart the project.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780CD-A860-41D9-8BCB-611DD6A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E4EB4-55D6-42EB-BC59-753E731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F3C6B-39C3-4022-A1C1-9719509E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Prototype first • Build from evidence • Keep systems repairable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458A6-8685-428F-B0F5-85B8026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069551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2026-08-28T12:51:46.6880000Z</dcterms:created>
  <dcterms:modified xsi:type="dcterms:W3CDTF">2026-08-28T12:51:46.6880000Z</dcterms:modified>
</coreProperties>
</file>