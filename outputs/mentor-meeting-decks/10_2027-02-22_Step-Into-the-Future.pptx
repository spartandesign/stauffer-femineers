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af30c0265b47fb" /><Relationship Type="http://schemas.openxmlformats.org/officeDocument/2006/relationships/extended-properties" Target="/docProps/app.xml" Id="R10bf2aef077541f0" /><Relationship Type="http://schemas.openxmlformats.org/officeDocument/2006/relationships/officeDocument" Target="/ppt/presentation.xml" Id="R06b9cc8e3644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2df10cd04b4988"/>
  </p:sldMasterIdLst>
  <p:notesMasterIdLst>
    <p:notesMasterId xmlns:r="http://schemas.openxmlformats.org/officeDocument/2006/relationships" r:id="R4f244498ac494a71"/>
  </p:notesMasterIdLst>
  <p:sldIdLst>
    <p:sldId xmlns:r="http://schemas.openxmlformats.org/officeDocument/2006/relationships" id="256" r:id="R805252e3fb6e43d5"/>
    <p:sldId xmlns:r="http://schemas.openxmlformats.org/officeDocument/2006/relationships" id="257" r:id="R2d1281a87ba14e38"/>
    <p:sldId xmlns:r="http://schemas.openxmlformats.org/officeDocument/2006/relationships" id="258" r:id="R247777d64ab94f54"/>
    <p:sldId xmlns:r="http://schemas.openxmlformats.org/officeDocument/2006/relationships" id="259" r:id="R21f1a4e4bca24707"/>
    <p:sldId xmlns:r="http://schemas.openxmlformats.org/officeDocument/2006/relationships" id="260" r:id="R7482f8264a9242ec"/>
    <p:sldId xmlns:r="http://schemas.openxmlformats.org/officeDocument/2006/relationships" id="261" r:id="Rdbe7c6b001ad4dca"/>
    <p:sldId xmlns:r="http://schemas.openxmlformats.org/officeDocument/2006/relationships" id="262" r:id="R7d7b8ec5ea4642cb"/>
    <p:sldId xmlns:r="http://schemas.openxmlformats.org/officeDocument/2006/relationships" id="263" r:id="R6a124ac747114a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6eab572fd34066" /><Relationship Type="http://schemas.openxmlformats.org/officeDocument/2006/relationships/slideMaster" Target="/ppt/slideMasters/slideMaster1.xml" Id="Rbb2df10cd04b4988" /><Relationship Type="http://schemas.openxmlformats.org/officeDocument/2006/relationships/notesMaster" Target="/ppt/notesMasters/notesMaster1.xml" Id="R4f244498ac494a71" /><Relationship Type="http://schemas.openxmlformats.org/officeDocument/2006/relationships/presProps" Target="/ppt/presProps.xml" Id="R881ece7d6356433a" /><Relationship Type="http://schemas.openxmlformats.org/officeDocument/2006/relationships/tableStyles" Target="/ppt/tableStyles.xml" Id="R70a1c73e6a0b4cfe" /><Relationship Type="http://schemas.openxmlformats.org/officeDocument/2006/relationships/slide" Target="/ppt/slides/slide1.xml" Id="R805252e3fb6e43d5" /><Relationship Type="http://schemas.openxmlformats.org/officeDocument/2006/relationships/slide" Target="/ppt/slides/slide2.xml" Id="R2d1281a87ba14e38" /><Relationship Type="http://schemas.openxmlformats.org/officeDocument/2006/relationships/slide" Target="/ppt/slides/slide3.xml" Id="R247777d64ab94f54" /><Relationship Type="http://schemas.openxmlformats.org/officeDocument/2006/relationships/slide" Target="/ppt/slides/slide4.xml" Id="R21f1a4e4bca24707" /><Relationship Type="http://schemas.openxmlformats.org/officeDocument/2006/relationships/slide" Target="/ppt/slides/slide5.xml" Id="R7482f8264a9242ec" /><Relationship Type="http://schemas.openxmlformats.org/officeDocument/2006/relationships/slide" Target="/ppt/slides/slide6.xml" Id="Rdbe7c6b001ad4dca" /><Relationship Type="http://schemas.openxmlformats.org/officeDocument/2006/relationships/slide" Target="/ppt/slides/slide7.xml" Id="R7d7b8ec5ea4642cb" /><Relationship Type="http://schemas.openxmlformats.org/officeDocument/2006/relationships/slide" Target="/ppt/slides/slide8.xml" Id="R6a124ac747114a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6cfd71edcf41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8a176dfde24d5e" /><Relationship Type="http://schemas.openxmlformats.org/officeDocument/2006/relationships/notesMaster" Target="/ppt/notesMasters/notesMaster1.xml" Id="R3bf6175677c84e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0c992500a94764" /><Relationship Type="http://schemas.openxmlformats.org/officeDocument/2006/relationships/notesMaster" Target="/ppt/notesMasters/notesMaster1.xml" Id="Re22495666b7b46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ee7b5b76fb485a" /><Relationship Type="http://schemas.openxmlformats.org/officeDocument/2006/relationships/notesMaster" Target="/ppt/notesMasters/notesMaster1.xml" Id="Rcfff46ceb62b4c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df27f758134b73" /><Relationship Type="http://schemas.openxmlformats.org/officeDocument/2006/relationships/notesMaster" Target="/ppt/notesMasters/notesMaster1.xml" Id="R5266d376084248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fec374f2484665" /><Relationship Type="http://schemas.openxmlformats.org/officeDocument/2006/relationships/notesMaster" Target="/ppt/notesMasters/notesMaster1.xml" Id="R613bfff172364e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e79dd09f624a65" /><Relationship Type="http://schemas.openxmlformats.org/officeDocument/2006/relationships/notesMaster" Target="/ppt/notesMasters/notesMaster1.xml" Id="Rac6b2547714643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07d918feef4949" /><Relationship Type="http://schemas.openxmlformats.org/officeDocument/2006/relationships/notesMaster" Target="/ppt/notesMasters/notesMaster1.xml" Id="Rb9eb9049752847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7df0933d244d1a" /><Relationship Type="http://schemas.openxmlformats.org/officeDocument/2006/relationships/notesMaster" Target="/ppt/notesMasters/notesMaster1.xml" Id="R3618596661d74c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8:00–8:20</a:t>
            </a:r>
          </a:p>
          <a:p xmlns:a="http://schemas.openxmlformats.org/drawingml/2006/main">
            <a:r>
              <a:t>MENTOR CUE: Route each project to essential repair or modified-demonstration planning. Appearance never outranks safety and reliable required function.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C:\Users\trira\OneDrive\Documents\Femineers\mentor-lesson-plans.html#feb22-agenda</a:t>
            </a:r>
          </a:p>
          <a:p xmlns:a="http://schemas.openxmlformats.org/drawingml/2006/main">
            <a:r>
              <a:t>- C:\Users\trira\OneDrive\Documents\Femineers\mentor-lesson-plans.html#feb22-background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8:20–8:40</a:t>
            </a:r>
          </a:p>
          <a:p xmlns:a="http://schemas.openxmlformats.org/drawingml/2006/main">
            <a:r>
              <a:t>MENTOR CUE: Explain that setup, operation, reset, shutdown, and pack-down are all part of readiness. Modified demonstration is valid when live use is unsafe or unreliable.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C:\Users\trira\OneDrive\Documents\Femineers\mentor-lesson-plans.html#feb22-agenda</a:t>
            </a:r>
          </a:p>
          <a:p xmlns:a="http://schemas.openxmlformats.org/drawingml/2006/main">
            <a:r>
              <a:t>- C:\Users\trira\OneDrive\Documents\Femineers\mentor-lesson-plans.html#feb22-background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8:40–10:35</a:t>
            </a:r>
          </a:p>
          <a:p xmlns:a="http://schemas.openxmlformats.org/drawingml/2006/main">
            <a:r>
              <a:t>MENTOR CUE: Do not extend construction for optional work. Require code/device identity, safe start state, exposed service points, and a clean project before inspection.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C:\Users\trira\OneDrive\Documents\Femineers\mentor-lesson-plans.html#feb22-agenda</a:t>
            </a:r>
          </a:p>
          <a:p xmlns:a="http://schemas.openxmlformats.org/drawingml/2006/main">
            <a:r>
              <a:t>- C:\Users\trira\OneDrive\Documents\Femineers\mentor-lesson-plans.html#feb22-background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10:35–11:10</a:t>
            </a:r>
          </a:p>
          <a:p xmlns:a="http://schemas.openxmlformats.org/drawingml/2006/main">
            <a:r>
              <a:t>MENTOR CUE: Wearables remain on the stand until cleared. Robotics structure, motion boundary, ports, kit identity, and safe state pass before power.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C:\Users\trira\OneDrive\Documents\Femineers\mentor-lesson-plans.html#feb22-agenda</a:t>
            </a:r>
          </a:p>
          <a:p xmlns:a="http://schemas.openxmlformats.org/drawingml/2006/main">
            <a:r>
              <a:t>- C:\Users\trira\OneDrive\Documents\Femineers\mentor-lesson-plans.html#feb22-background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11:10–12:29</a:t>
            </a:r>
          </a:p>
          <a:p xmlns:a="http://schemas.openxmlformats.org/drawingml/2006/main">
            <a:r>
              <a:t>MENTOR CUE: If a repair changes the tested system, restart at trial 1. Keep the safe backup specific and free of unsafe improvisation.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C:\Users\trira\OneDrive\Documents\Femineers\mentor-lesson-plans.html#feb22-agenda</a:t>
            </a:r>
          </a:p>
          <a:p xmlns:a="http://schemas.openxmlformats.org/drawingml/2006/main">
            <a:r>
              <a:t>- C:\Users\trira\OneDrive\Documents\Femineers\mentor-lesson-plans.html#feb22-background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12:59–1:35</a:t>
            </a:r>
          </a:p>
          <a:p xmlns:a="http://schemas.openxmlformats.org/drawingml/2006/main">
            <a:r>
              <a:t>MENTOR CUE: Complete the project card through conversation. Require one real test result and one redesign; avoid memorized, graded-speech pressure.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C:\Users\trira\OneDrive\Documents\Femineers\mentor-lesson-plans.html#feb22-agenda</a:t>
            </a:r>
          </a:p>
          <a:p xmlns:a="http://schemas.openxmlformats.org/drawingml/2006/main">
            <a:r>
              <a:t>- C:\Users\trira\OneDrive\Documents\Femineers\mentor-lesson-plans.html#feb22-background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1:35–2:21</a:t>
            </a:r>
          </a:p>
          <a:p xmlns:a="http://schemas.openxmlformats.org/drawingml/2006/main">
            <a:r>
              <a:t>MENTOR CUE: Practice the backup calmly. Verify that another adult can identify the code, power, sign, stand/boundary, container, and owner from labels.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C:\Users\trira\OneDrive\Documents\Femineers\mentor-lesson-plans.html#feb22-agenda</a:t>
            </a:r>
          </a:p>
          <a:p xmlns:a="http://schemas.openxmlformats.org/drawingml/2006/main">
            <a:r>
              <a:t>- C:\Users\trira\OneDrive\Documents\Femineers\mentor-lesson-plans.html#feb22-background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2:21–2:41</a:t>
            </a:r>
          </a:p>
          <a:p xmlns:a="http://schemas.openxmlformats.org/drawingml/2006/main">
            <a:r>
              <a:t>MENTOR CUE: Store the final status, code name, backup, Gala packet, and transport record together. Do not approve a project merely because a mentor can make it work.</a:t>
            </a:r>
          </a:p>
          <a:p xmlns:a="http://schemas.openxmlformats.org/drawingml/2006/main">
            <a:r>
              <a:t>PACING: Keep the slide visible for the named block; give verbal reminders at the transition times.</a:t>
            </a:r>
          </a:p>
          <a:p xmlns:a="http://schemas.openxmlformats.org/drawingml/2006/main">
            <a:r>
              <a:t>ACCESS: Read directions aloud, point to the finish line, and confirm understanding through a brief explanation or demonstration—not a new worksheet.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C:\Users\trira\OneDrive\Documents\Femineers\mentor-lesson-plans.html#feb22-agenda</a:t>
            </a:r>
          </a:p>
          <a:p xmlns:a="http://schemas.openxmlformats.org/drawingml/2006/main">
            <a:r>
              <a:t>- C:\Users\trira\OneDrive\Documents\Femineers\mentor-lesson-plans.html#feb22-background</a:t>
            </a:r>
          </a:p>
          <a:p xmlns:a="http://schemas.openxmlformats.org/drawingml/2006/main">
            <a:r>
              <a:t>- C:\Users\trira\OneDrive\Documents\Femineers\phase-6-gala-ready.html</a:t>
            </a:r>
          </a:p>
          <a:p xmlns:a="http://schemas.openxmlformats.org/drawingml/2006/main">
            <a:r>
              <a:t>- C:\Users\trira\OneDrive\Documents\Femineers\lunch-checkpoints.html#february</a:t>
            </a:r>
          </a:p>
          <a:p xmlns:a="http://schemas.openxmlformats.org/drawingml/2006/main">
            <a:r>
              <a:t>- C:\Users\trira\OneDrive\Documents\Femineers\program-roadmap.html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5442f71bc44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3e5fda45f24347" /><Relationship Type="http://schemas.openxmlformats.org/officeDocument/2006/relationships/slideLayout" Target="/ppt/slideLayouts/slideLayout1.xml" Id="R90e321e9c3cd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e321e9c3cd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90e1c5e2e493d" /><Relationship Type="http://schemas.openxmlformats.org/officeDocument/2006/relationships/image" Target="/ppt/media/image.bin" Id="R8efe00b79f9e449e" /><Relationship Type="http://schemas.openxmlformats.org/officeDocument/2006/relationships/notesSlide" Target="/ppt/notesSlides/notesSlide1.xml" Id="Rcc44cca0b52948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0a7b2e08d4b45" /><Relationship Type="http://schemas.openxmlformats.org/officeDocument/2006/relationships/notesSlide" Target="/ppt/notesSlides/notesSlide2.xml" Id="Rf7d39664da5a45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bf4f9566f43a5" /><Relationship Type="http://schemas.openxmlformats.org/officeDocument/2006/relationships/notesSlide" Target="/ppt/notesSlides/notesSlide3.xml" Id="R009cfe9c56414f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2371c1df2457d" /><Relationship Type="http://schemas.openxmlformats.org/officeDocument/2006/relationships/notesSlide" Target="/ppt/notesSlides/notesSlide4.xml" Id="R7203010089c042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a8c62966349a0" /><Relationship Type="http://schemas.openxmlformats.org/officeDocument/2006/relationships/notesSlide" Target="/ppt/notesSlides/notesSlide5.xml" Id="Rd83a1547018d4a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095634bc14226" /><Relationship Type="http://schemas.openxmlformats.org/officeDocument/2006/relationships/notesSlide" Target="/ppt/notesSlides/notesSlide6.xml" Id="R2578000ee9db4b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b0db0f6d241ed" /><Relationship Type="http://schemas.openxmlformats.org/officeDocument/2006/relationships/notesSlide" Target="/ppt/notesSlides/notesSlide7.xml" Id="Ref234243f12144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1a029cf1e49c5" /><Relationship Type="http://schemas.openxmlformats.org/officeDocument/2006/relationships/notesSlide" Target="/ppt/notesSlides/notesSlide8.xml" Id="R6327a7467a2c43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642F3-6175-4212-9418-45A2E712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527F-8F4B-487E-B42A-D3A6995F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6C3CA-12E5-43FD-BA64-7934FE0B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22  •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BB05B-9C2A-4644-A0F0-95638A2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FULL WORKDAY 5 • GALA 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3CB1F-86F3-494E-B34D-018C19C4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Step Into the Future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159E9-48AD-49F3-AAD3-C25BBEB7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Monday, February 22, 2027  •  8:00 a.m.–2:41 p.m.  •  Room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B3F2C-20C2-4585-BB3D-0A075693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600075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E2AD6-64DF-40E3-A043-BB060375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38100" rIns="114300" bIns="38100" anchor="ctr">
            <a:normAutofit fontScale="785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8:00–8:20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A6FF1-B318-496E-8710-7F35D607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539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Approve one critical finish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0FD7E-3CB8-45B7-B1C2-EAAA9A57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39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Compare with the final baseline.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Choose one critical action.</a:t>
            </a:r>
          </a:p>
          <a:p xmlns:a="http://schemas.openxmlformats.org/drawingml/2006/main">
            <a:pPr algn="l">
              <a:defRPr sz="165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Defer optional work; no new feature begins today.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e00b79f9e449e"/>
          <a:srcRect xmlns:a="http://schemas.openxmlformats.org/drawingml/2006/main" l="18077" t="0" r="180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742950"/>
            <a:ext cx="4743450" cy="4953000"/>
          </a:xfrm>
          <a:prstGeom xmlns:a="http://schemas.openxmlformats.org/drawingml/2006/main" prst="roundRect">
            <a:avLst>
              <a:gd name="adj" fmla="val 321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FF019-CE61-4E8D-9E5F-431B45B6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95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29B90-954A-4E95-BD39-DD92AF46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7816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2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Today protects safety, required function, reliability, and the public 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A4884-ACA9-4708-99DF-257D26FE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265E2-B132-4D8A-97C1-3FCD38CF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34D59-CACF-4389-986B-07C766A4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Inspect • Pass twice • Recover safely • Rehearse • Pack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5E4FB-C372-4F76-9607-1C0C72AE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914552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165EE-9F0F-4A2C-BBB3-D53118BC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62129-4269-4A94-B2C4-C9BF6FD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1CEA6-915E-447E-AB55-37F3C496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22  •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D2E9D-200F-49CC-9D53-415EB044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8:20–8:40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4BB5D-CFE3-437A-8D9E-13894DC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Know the public-use standard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936EA-093A-4649-8E78-A6B6E5C6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A2125-8E93-44A8-9192-D85677B7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7192F-A5AD-4309-94F3-60C4A0F4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INSPECT before power or wear.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PASS the complete routine twice.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RECOVER with a safe backup.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PACK so another adult can identify and transport it.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Name your stop condition and public role.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FDE2C-2042-4725-B2C7-7019AC0F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9C88D-023B-4B05-9BB1-AB4FFC23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1A6CA-9080-4530-9C5A-8CFE1DF9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Inspection ≠ reliability. One pass is not enough.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36460-24F3-4F9A-BA3E-D2F4008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1006D-8D4F-4DBE-A82C-B31F61C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 repair affecting the tested system restarts the two-trial count.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128E7-ED10-4D71-A0D2-A2D42DEC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ADB183-5FA4-4F90-B6A8-B372DBB2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2819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EC2FC-08D2-4CC0-8FB5-F57AE80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Inspect • Pass twice • Recover safely • Rehearse • Pack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2AD7D-3EC7-400C-82A3-43A7F7E7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713112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52DE5B-CD3E-48FD-8B86-F481BB00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3F13E-DFB6-4E27-86F1-0E396270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32255-E1B2-4B07-A1EE-423DB8FB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22  •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6903B-BBFB-4FCD-A4A4-1DF7CBD1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Essential work has a hard stop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5E181-D538-49FC-A9BA-0DD0380B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Construction tools leave the inspection/rehearsal area at 10:20.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14739-82B6-44E0-824D-2B6A9562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58DDC-ECAE-47A9-8907-DDA1FED7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415E5-26E4-40F0-87B5-8A07BD45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8:40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6EFED-DDDB-427D-BF4E-D9F6327C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Complete one approved repair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C1CDD-F362-40C8-8449-15869E57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Critical work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03639-FBC3-403C-9315-5A8230E6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3CD16-1D53-4528-AD75-35E02166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E1349-3D8B-4D4C-AD06-7A13AE6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Prove repair + freeze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09DAE-528D-4E88-8834-8A252231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Pass or modify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A57FF-8345-4908-A58F-261EB3ED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8B1D2-6597-4344-92C5-D6571CCD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390C0-64CC-4AE4-95C8-D8FDDB64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9:38–9:51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9D1EB-B8ED-48B5-A20D-FCB17CDE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Snack—everything off and contained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8A63E-9B14-4E0E-B90C-83892CDE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Safe pause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A9CD9-B8BF-4D4C-9FFA-4F90394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281A2-CFBB-435A-A16E-264C4EF4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9:51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7D23F-69C2-46A3-9EB4-330ED141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Final approved essential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FF157-2073-4BB1-A30C-3D2066FA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Update code/labels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0A7FD-D594-4BB9-81F4-821215DE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DCE87-3D99-42D5-AAA3-83204221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0A698-9DA9-41E2-9503-6BAFBBCC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D2D46-6FDA-4836-87D6-3ED4D0A0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CONSTRUCTION ENDS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8881CF-FEA6-4825-9FE7-7E309B52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52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Remove tools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099F8B-BC66-4A9B-8FC9-94667C9B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B7D549-E700-4B5D-88AB-65B9C77E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10:35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EF0852-DE37-49C3-8F44-1090343A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053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Project inspection-ready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68E307-CE4E-444B-92EF-0DDFFC70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053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Service points visible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0CF70-AC26-4A6B-B9D4-423360A0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No loose tool, hidden connection, wet material, or unlabeled power enters inspection.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81AB28-A665-488F-992A-0FD57987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4A74E5-525C-4678-8708-A8D9221E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22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A56B9A-C4B0-493E-9E80-0DA3B756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Inspect • Pass twice • Recover safely • Rehearse • Pack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E25D5-4920-4EE9-813C-6166C13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1267198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3F97C2-23C3-4EE0-ACE3-4E85348B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6FED4-CDED-4C1F-8842-A7336E89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C4902-4069-4FFD-944D-5E574AF5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22  •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F588A-4A30-4FBB-9F12-BB20DDA8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10:35–11:10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6840F-327E-45D1-8E07-18AC066C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Inspection comes before reliability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AD0D8-3EFE-4846-82E0-70C549E6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C6191-932F-4F0E-9E73-ED3B4704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C7386-F922-4457-B7FE-313727EE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D9D21-A503-4ACD-9F98-8AFB5264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Powered-off inspection is complete; project may enter reliability testing.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8125D-5434-48ED-8477-9555B501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A8044-1CDC-4111-8BAF-34E67B15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92296-BCC2-46DC-A89F-6DE9AE2C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REPAIR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3A6B5-21B8-474F-80E7-914D3872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One essential repair is named; affected testing restarts afterward.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9B452-084C-4379-9465-D06FF91E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FB328-F62C-4853-A4E1-BF6EA9DA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1F464-687D-45A0-957B-CE51C66B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7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rPr>
              <a:t>DISPLAY / MODIFIED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577FE-8D77-4E65-B319-CF69DD19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Unsafe or unreliable feature stays off or still.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CC556-81A8-4E7D-9048-EF9ABD0F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Check structure • wiring • power • mounting • fit • access • boundaries • safe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E9A3C-A549-4CE6-802F-67D94321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BD881-7848-4A80-B860-038224C8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563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9518F-929D-49EE-8DEB-696ECDAB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Inspect • Pass twice • Recover safely • Rehearse • Pack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AB81E-F986-4C90-8FC8-141F2CEF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2059601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AA796-1260-4CA8-B8BF-1F666915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F4E7A-F9BD-48C8-A68E-D7E82B79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2B8A9-2E76-4668-B32D-431213D7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22  •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E099F-9C6D-4A94-9186-29978A36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Pass twice—or simplify safely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A2D3F-8B7D-4A76-85FD-4D752F31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Trials include setup, operation, reset, and shutdown without hidden mentor rescue.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63FA6-DE48-40FD-AC2F-663D3D80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230A6-9292-4564-9A66-E7C544ED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5E0D2-781A-4E97-AC93-7455EBC5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3BB0B-1520-485D-AE3B-7405E507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Reliability trial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3BB2F-FC70-455D-9DDD-D2E3AA29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Record exact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DBF8E-C1B0-43B3-ACB0-3F3EF3A9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85D8C-B46E-4A38-BC43-B69696C7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46132-E924-4810-BC05-B538BF30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One critical repair—or preserve the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C8BB7-0790-48C7-AC84-685300E7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Restart if affected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52E84-31A8-46E0-B5B9-4F2630D5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2C231-DFED-461F-9227-D7C061B2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EE8E0-2BD3-42F6-A249-588B390F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11:45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2F65F-2A8A-4766-BFB2-A556AA6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Reliability trial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CC2AB-4E6E-406A-AD60-ED448BDB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Switch roles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21912-1E82-418A-A775-CBCA93E8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16B5A-A8EF-4AAC-BB40-FCAD9E06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12:05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119C6-BC98-4554-AF60-EF011339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Practice the safe failure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2B6DD-318C-4453-86BD-A3BE9D5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Feature off/still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D22E5-A9D5-438F-AE4F-CDF1E30F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923F19-4982-40A1-B019-900A0FB3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E5562-C088-41EA-8C20-EDD86500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12:25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451D7-2BC4-462A-BB6A-32D9EE2C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Shutdown + reset for lunch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ADB843-4679-48C9-8D24-C91CB88F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52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No live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0C7F9-EF70-4245-B0A2-384FAB45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One pass + one failure ≠ Gala ready.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56EA92-D360-4E57-B150-070D6C77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32B6E3-B4AE-4C95-9BCC-DF210663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04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6265B9-7910-4424-93C0-23E097E4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Inspect • Pass twice • Recover safely • Rehearse • Pack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F64DA6-3D44-4AC7-BA78-C3DCA8B5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26818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C652A-62C3-49A6-B30C-EA4E25D8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DEF39-E731-4F3A-8808-D6C651CB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12990-C58C-4FFE-9E99-0ED2F9F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22  •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DC624-B65A-44DA-918E-D8690F11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12:59–1:35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A57CF-569F-4E4B-9CE9-1DF6BFA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Tell the engineering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68CE7-1FBA-42E8-B7A1-80F8697E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7391400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21F53-05BE-450E-BF81-F7D4C5F9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DO THIS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4A1A4-1CBF-46F7-B58C-1B251265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Future user or need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Project purpose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Technology used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Testing revealed _____.</a:t>
            </a:r>
          </a:p>
          <a:p xmlns:a="http://schemas.openxmlformats.org/drawingml/2006/main">
            <a:pPr algn="l">
              <a:defRPr sz="21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• We redesigned _____. Retest showed _____.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F17BB-462A-4896-8A8C-F313487D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19500" cy="41338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7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32135-1E37-4A47-A895-6B980C38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FINISH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AE9E1-5F27-4F0D-9FE4-421F5C71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86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A visitor can understand the project in under one minute.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05F01-23FE-40C4-B646-F916D5CA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E63B6-1E5F-4B87-93A4-DA33568B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3086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Checkpoint 4 records the approved live or modified demonstration—not an essay.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AB8B2B-0E9F-4B2D-A771-9D3E21C6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C00ED-924F-4626-8F29-20841281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45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09CD5-0ACB-429C-B91E-6C58A9A2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Inspect • Pass twice • Recover safely • Rehearse • Pack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22EBB-17A8-4EEF-AFF1-1A020C42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849556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D2622B-323C-4E2A-A502-DC0B32F0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AE674-C661-4C8E-8F81-04F4FFC0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FC7EA-4992-4492-972B-A67F2880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22  •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C1B2C-6F68-4382-A385-586E3946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Rehearse the exact Gala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38F76-B0B5-4E2C-959C-8C5682F5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Use only labeled traveling items and the real setup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6B304-95A9-45A2-8154-F123FE03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FCBF6-FDCB-4FC7-8B50-653166D9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75C41-6423-4E49-9D7F-B5EDC74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1:35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06884-4461-4DA6-B2BE-11F198BD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431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Rehearsal 1: speak • operate • reset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7A86E-D38D-40AC-A6C6-2F1B37B6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43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Approved roles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D2DCB-F536-4926-85CC-3D592E9F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96AB7-E74E-4C82-9037-6CA9EB1D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1:50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551FE-947A-4A09-8739-4BC6BDCB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Rehearsal 2: switch roles / visitor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6498B-DCD1-42DA-B8C6-5F1F0BD8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955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Recover calmly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0CCCE-AB48-4ADB-A3EA-9BEC9FC6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4B071-37BD-4EFC-8B35-60CC05C6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113A9-8FAF-4EF1-9E75-BEBA4EFF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2:05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391F4-6516-4518-9C67-881CE05C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Timed unpack +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EA3D4-C83B-4E92-BC48-F9EA86E4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All items present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DAD04-2677-4A31-BE03-52780916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29BB4-DA28-408E-9E0A-4B900996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2:12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A8015-BBD1-429B-9058-681A2EFF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004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Timed shutdown + pack-down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D35E37-32B9-4963-A524-E610AA1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Safe + countable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687431-69D3-4311-938F-FEDFF6F4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D5921-09DF-4433-88FE-9A0E4CB9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3A2287-99A0-4695-BD05-D985343A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2:18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ADB480-87E8-45DE-8538-BC0A3C0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Name logistics gap + owner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A618E7-867A-4E17-9516-76944EA7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529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No vague later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7FFCF-7300-45D4-8A66-096FDF54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B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B88"/>
                </a:solidFill>
                <a:latin typeface="Aptos"/>
                <a:ea typeface="Aptos"/>
                <a:cs typeface="Aptos"/>
              </a:rPr>
              <a:t>Every student has a speaking, operating, explaining, or reset role—and knows the backup.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650A27-53A8-4455-B4E3-6D53BF3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C20379-F8C2-4B23-9C99-DB376C39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86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40E5E-48EA-4ED2-9863-EC4D6AE3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Inspect • Pass twice • Recover safely • Rehearse • Pack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29E3A9-6A19-4A0C-8CD1-3BFA6313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349524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528F7-9132-4110-A864-E042028F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5F62B-2A24-4637-936A-0DFC5954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68B88"/>
                </a:solidFill>
                <a:latin typeface="Aptos Display"/>
                <a:ea typeface="Aptos Display"/>
                <a:cs typeface="Aptos Display"/>
              </a:rPr>
              <a:t>LIMITLESS  •  FEMINEERS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F6F61-2D18-4E96-A438-E6FF2B39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57A"/>
                </a:solidFill>
                <a:latin typeface="Aptos"/>
                <a:ea typeface="Aptos"/>
                <a:cs typeface="Aptos"/>
              </a:rPr>
              <a:t>FEB 22  •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B2022-AF16-4811-87D9-80D36C2D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"/>
            <a:ext cx="23812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47625" rIns="1143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2:21–2:41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7B8A1-AA31-4024-A65E-C2009180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8233A"/>
                </a:solidFill>
                <a:latin typeface="Aptos Display"/>
                <a:ea typeface="Aptos Display"/>
                <a:cs typeface="Aptos Display"/>
              </a:rPr>
              <a:t>Leave with one honest public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05E94-E286-42CE-9CE7-47224E20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23711-D734-494E-95F8-2E8F929D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04931-169A-42C3-BAF4-C95E0F34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E8B57"/>
                </a:solidFill>
                <a:latin typeface="Aptos Display"/>
                <a:ea typeface="Aptos Display"/>
                <a:cs typeface="Aptos Display"/>
              </a:rPr>
              <a:t>GALA 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999D1-7845-4017-9463-11CBC08D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Passed twice; story, backup, labels, and pack are complete.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392A7-4F05-4742-9C40-B866B93C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1CA80-03D4-420B-B716-016BFE86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A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56274-816F-47A6-B5EC-66FFE600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2BA49"/>
                </a:solidFill>
                <a:latin typeface="Aptos Display"/>
                <a:ea typeface="Aptos Display"/>
                <a:cs typeface="Aptos Display"/>
              </a:rPr>
              <a:t>NAMED REPAIR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A8032-E993-433F-B314-15CFC8A4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Owner, exact item, repair, and required retest are recorded.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670C8-BBFF-4B6B-8630-21E0793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B3C86-F446-4B37-BA8D-B07E9B3D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47850"/>
            <a:ext cx="364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CD8C4-A2E7-499E-90E8-3025D7C2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209800"/>
            <a:ext cx="322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43D4C"/>
                </a:solidFill>
                <a:latin typeface="Aptos Display"/>
                <a:ea typeface="Aptos Display"/>
                <a:cs typeface="Aptos Display"/>
              </a:rPr>
              <a:t>MODIFIED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2B3E5-07EA-481D-9C6A-21CAE5AD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48000"/>
            <a:ext cx="32258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33A"/>
                </a:solidFill>
                <a:latin typeface="Aptos"/>
                <a:ea typeface="Aptos"/>
                <a:cs typeface="Aptos"/>
              </a:rPr>
              <a:t>Unsafe or unreliable feature stays off/still; audience alternative is ready.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05D47-1D81-4C8E-B0B9-BAE025BF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3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33A"/>
                </a:solidFill>
                <a:latin typeface="Aptos"/>
                <a:ea typeface="Aptos"/>
                <a:cs typeface="Aptos"/>
              </a:rPr>
              <a:t>Code • power • parts • labels • sign • container • transport record stay together.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ECA6A-A9D0-4E9F-BC4B-6B581A83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6F584-26EB-41DB-8222-2472CF3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AB877-5483-46CA-9A7A-AB9599E9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2940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Inspect • Pass twice • Recover safely • Rehearse • Pack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87313-689F-4E13-BD9C-B7878296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294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5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57A"/>
                </a:solidFill>
                <a:latin typeface="Aptos"/>
                <a:ea typeface="Aptos"/>
                <a:cs typeface="Aptos"/>
              </a:rPr>
              <a:t>Advance at the next visible time cue</a:t>
            </a:r>
          </a:p>
        </p:txBody>
      </p:sp>
    </p:spTree>
    <p:extLst>
      <p:ext uri="{BB962C8B-B14F-4D97-AF65-F5344CB8AC3E}">
        <p14:creationId xmlns:p14="http://schemas.microsoft.com/office/powerpoint/2010/main" val="365613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2026-08-28T12:51:55.4710000Z</dcterms:created>
  <dcterms:modified xsi:type="dcterms:W3CDTF">2026-08-28T12:51:55.4710000Z</dcterms:modified>
</coreProperties>
</file>